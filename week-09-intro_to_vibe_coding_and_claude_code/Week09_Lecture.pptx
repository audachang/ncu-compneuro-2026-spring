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883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09｜Vibe / Agentic Coding 入門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從「自己寫程式」到「指揮 AI 寫程式」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2026/04/23  ·  NS5116 電腦硬體與程式語言在行為科學實驗與大數據分析之應用  ·  Erik Chang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今日四個主題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為什麼研究者需要學 vibe coding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分鐘 · 動機、時代演進、研究者的受益點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2258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 AI 程式協作的光譜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5786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分鐘 · 從 Copilot 到 agentic CLI,五個層級比較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99816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30540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Vibe Coding 的三個工作原則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37413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分鐘 · Describe / Plan-Execute-Verify / Small Commits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95344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95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849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 責任、限制與學術倫理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41696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分鐘 · 幻覺、重現性、成本、倫理、隱私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3474720" y="1188720"/>
            <a:ext cx="45720" cy="2377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1280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749040" y="1691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為什麼研究者需要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 vibe coding?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749040" y="2834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本段目標:說服你,這不只是「新工具」,而是非資工研究者的槓桿。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 · 暖身問題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你最近一次寫 Python,卡在哪?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 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語法忘了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的 groupby 怎麼加 count?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subplot 參數順序?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554480"/>
            <a:ext cx="265176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 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IndexError、KeyError、ValueError……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錯誤訊息看不懂,翻 Stack Overflow 一小時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554480"/>
            <a:ext cx="26517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 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起手難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264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知道要做什麼分析,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但不知道程式第一行怎麼寫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研究者的程式瓶頸,大多在「起手」與「除錯」,不在演算法。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§1.2 · 真正的瓶頸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不是語法,而是「把想法變成第一版可跑的程式」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0" dirty="0"/>
          </a:p>
        </p:txBody>
      </p:sp>
      <p:sp>
        <p:nvSpPr>
          <p:cNvPr id="6" name="Shape 4"/>
          <p:cNvSpPr/>
          <p:nvPr/>
        </p:nvSpPr>
        <p:spPr>
          <a:xfrm>
            <a:off x="5303520" y="1828800"/>
            <a:ext cx="45720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1783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時間花在啟動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0" y="2331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非資工研究者寫分析程式時,80% 以上的時間花在「如何把腦中的想法變成第一版可跑的程式」、「排除環境與套件問題」、「debug 型別錯誤」上。真正做科學思考的時間往往不到 20%。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§1.3 · 若 AI 吸收了前 80%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你的研究時間會發生什麼?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3383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傳統工作流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研究者:80% 寫程式 + debug,20% 思考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新手一個分析要卡 1–2 天才能跑起來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熟手快但花時間在「樣板程式」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遇到新工具時重新學習曲線陡峭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417320"/>
            <a:ext cx="73152" cy="3383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工作流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研究者:20% 引導 + 驗證,80% 思考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從「我卡住了」到「我在驗證 AI 給的結果」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熟手更快,新手摩擦降至可接受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新工具門檻由 AI 代為填平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§1.4 · 時間軸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程式協作的四年演進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35608"/>
            <a:ext cx="731520" cy="365760"/>
          </a:xfrm>
          <a:prstGeom prst="rect">
            <a:avLst/>
          </a:prstGeom>
          <a:solidFill>
            <a:srgbClr val="05445E"/>
          </a:solidFill>
          <a:ln w="12700">
            <a:solidFill>
              <a:srgbClr val="0544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356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內自動補全;第一次大規模普及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38528"/>
            <a:ext cx="731520" cy="365760"/>
          </a:xfrm>
          <a:prstGeom prst="rect">
            <a:avLst/>
          </a:prstGeom>
          <a:solidFill>
            <a:srgbClr val="05445E"/>
          </a:solidFill>
          <a:ln w="12700">
            <a:solidFill>
              <a:srgbClr val="0544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38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對話式 LLM 進入公眾視野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441448"/>
            <a:ext cx="731520" cy="365760"/>
          </a:xfrm>
          <a:prstGeom prst="rect">
            <a:avLst/>
          </a:prstGeom>
          <a:solidFill>
            <a:srgbClr val="05445E"/>
          </a:solidFill>
          <a:ln w="12700">
            <a:solidFill>
              <a:srgbClr val="0544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414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2 · GPT-4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8912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擴大,可貼整檔程式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944368"/>
            <a:ext cx="731520" cy="365760"/>
          </a:xfrm>
          <a:prstGeom prst="rect">
            <a:avLst/>
          </a:prstGeom>
          <a:solidFill>
            <a:srgbClr val="05445E"/>
          </a:solidFill>
          <a:ln w="12700">
            <a:solidFill>
              <a:srgbClr val="0544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443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· Claude 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8912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整合 + 讀整個專案資料夾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447288"/>
            <a:ext cx="731520" cy="365760"/>
          </a:xfrm>
          <a:prstGeom prst="rect">
            <a:avLst/>
          </a:prstGeom>
          <a:solidFill>
            <a:srgbClr val="05445E"/>
          </a:solidFill>
          <a:ln w="12700">
            <a:solidFill>
              <a:srgbClr val="0544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472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Devin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912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— AI 能執行 bash/git,多步驟任務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950208"/>
            <a:ext cx="731520" cy="365760"/>
          </a:xfrm>
          <a:prstGeom prst="rect">
            <a:avLst/>
          </a:prstGeom>
          <a:solidFill>
            <a:srgbClr val="05445E"/>
          </a:solidFill>
          <a:ln w="12700">
            <a:solidFill>
              <a:srgbClr val="0544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9502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3931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本堂課的起點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38912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非資工研究者開始系統性導入 agentic 工具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§1.5 · 2021 · Copilot 時代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自動補全如何改寫工程師習慣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3383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它做到的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IDE 裡預測下一行程式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根據註解產出函式骨架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大幅加速重複性工作(getter、loop)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對懂程式的人是 20–30% 的效率提升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417320"/>
            <a:ext cx="73152" cy="3383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它做不到的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不懂你的專案脈絡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不能回答「為什麼」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無法執行、測試、debug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對不會寫程式的人幫助有限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§1.6 · 2022–2023 · Chat 時代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 網頁版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把程式問題用自然語言問,拿到文字回答 — 第一次「不用離開語言」就能寫程式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小(幾百行程式),需要剪貼、拼接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無法看到你的檔案結構、資料形狀、錯誤 traceback 全文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適合:小段程式、概念釐清、除錯指引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不適合:多檔案重構、跑完整分析 pipeline、版本控制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此時期開始出現「用 ChatGPT 完成作業」的學術倫理爭議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§1.7 · 2024 · IDE 整合時代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· Windsurf · Continue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進入 IDE,能讀整個專案資料夾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視窗內直接看到程式檔案,點擊即可跳轉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擴大到專案等級:同時看 10–20 個檔案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可讓 AI 直接修改程式(但仍需人類按「接受」)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對中型專案(10–100 個檔案)開始實用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仍需要在 GUI 內操作,命令列動作需另外做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§1.8 · 2025+ · Agentic CLI 時代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Aider · Cline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進到終端機,能執行 bash 指令、跑程式、commit git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多步驟任務:一個 prompt,AI 自己規劃 + 執行數十步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可讀取 traceback、自己 debug、重跑測試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讓專案約定持久化,不需每次重述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門檻再降一階:不需熟悉 IDE 即可用,懂 terminal 就行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本課 W10 會用 Claude Code 加上 GitHub Actions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§1.9 · 研究場景 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心理學碩士生 × Meta-analysis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33832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270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· 2022 版本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目標:從 80 篇 Stroop 研究萃取 congruent / incongruent RT 差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用 Excel 手動整理 3 週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規則不一致,資料重複 4 次才清完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無法重做,換資料集要從頭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統計分析卡在 pandas pivot table 語法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估計時間:4 週,含多次中途放棄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3383280"/>
          </a:xfrm>
          <a:prstGeom prst="rect">
            <a:avLst/>
          </a:prstGeom>
          <a:solidFill>
            <a:srgbClr val="D1FAE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5270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· 2026 版本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9659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目標同上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Code 讀 PDF 萃取表格 → 自動結構化 CSV(3 天)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寫 cleaning pipeline,同學 review 後可重複跑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pandas/statsmodels 操作由 AI 起手,人類驗證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換資料集只要重跑 script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估計時間:5–7 天,程式留存可重用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§1.10 · 研究場景 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神經影像博士生 × fMRI preprocessing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情境:需要把 fMRIPrep 的輸出整理成 MVPA 分析可用的格式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傳統:研讀 BIDS spec 三天、copy-paste nilearn 範例程式、抓 indexing bug 一週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新典範:把 BIDS 資料夾路徑給 Claude Code,描述目標 → 產出一版腳本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人類審查重點:mask 是否正確、ROI 座標合理、scaling 方向、cross-validation 切法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做:樣板程式、loop、reshape、儲存格式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效益不在於「少寫程式」,而在「把人類精力放在對科學最關鍵的判斷」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§1.11 · 來自研究社群的證據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2023 / 2024 使用調查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3383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Noorden &amp; Perkel (Nature, 2023)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調查 &gt; 1,600 位科學家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30% 曾用 LLM 協助研究寫作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15% 用於程式開發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最大顧慮:幻覺 + 著作權 + 隱私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使用者滿意度:寫程式 &gt; 寫論文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417320"/>
            <a:ext cx="73152" cy="3383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Extance (Nature, 2025)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在資料清理、視覺化的採用加速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博士生使用率高於 PI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期刊開始要求揭露 LLM 用量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倫理委員會發佈使用指引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研究者角色:由「實作者」轉向「驗證者」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文獻供參考,實際精確數字課堂前以助教更新版本為準。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§1.12 · 關鍵洞察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為什麼「非資工背景」反而受益最大?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起點門檻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資工背景的人,第一版程式本來就快寫完;AI 的 20% 提升相對不顯著。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非資工者的第一版常需 1–2 天,AI 能壓到 1–2 小時。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554480"/>
            <a:ext cx="265176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語言優勢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研究者的強項是「精確描述現象」。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需要的正是這個技能 — 把意圖講清楚,不是把語法寫對。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554480"/>
            <a:ext cx="26517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領域知識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264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懂語法但不懂你的領域。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認知神經、語言學、社會學的 domain expertise 反而是無可替代的 edge。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§1.13 · 新的核心技能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Verify(表達與驗證)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3383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· 精確表達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把模糊的想法變成明確的規格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用「結果語言」而非「步驟語言」描述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主動講清邊界條件、例外、驗收標準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核心訓練:寫 spec / prompt / CLAUDE.md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417320"/>
            <a:ext cx="73152" cy="3383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· 嚴謹驗證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 AI 的程式並理解關鍵幾行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跑測試、對比樣本、檢查邊界值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辨識幻覺訊號(例如不存在的 API)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留下可重現的紀錄 — 程式本身就是紀錄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§1.14 · 定位釐清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不是取代,而是放大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11000" dirty="0"/>
          </a:p>
        </p:txBody>
      </p:sp>
      <p:sp>
        <p:nvSpPr>
          <p:cNvPr id="6" name="Shape 4"/>
          <p:cNvSpPr/>
          <p:nvPr/>
        </p:nvSpPr>
        <p:spPr>
          <a:xfrm>
            <a:off x="5303520" y="1828800"/>
            <a:ext cx="45720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1783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放大,不是取代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0" y="2331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放大的是你已經有的能力:對現象的理解、對方法的判斷、對結果的懷疑。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如果你對研究問題有模糊的掌握,AI 只會讓你更快產出模糊的結果。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先想清楚,再放大。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§1.15 · 但仍需要懂基本程式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不是「放棄學 Python」的藉口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你必須能讀 Python:不然無法驗證 AI 的輸出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你必須懂 pandas / numpy 的語意:否則無法發現 AI 的型別錯誤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你必須會看 traceback:error message 是與 AI 溝通的通用語言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你必須知道「什麼是好的分析程式」:模組化、可重現、有註解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前八週教的基本功,都是本週的前提 — 沒有它們,AI 是加速你出錯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換句話說:vibe coding 不降低程式素養門檻,只是把你從「寫」解放到「讀 + 判斷」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§1.16 · 本堂課的企圖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學期剩下七週想帶你們抵達的地方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本週 · 啟動 Claude Code,學會第一次對話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從零安裝、API key、第一個 refactor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2258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 · 讓 AI 處理多步驟任務 + Git 版本控制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5786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學會 rollback — 有 Git 才敢放手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99816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30540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W11–W13 · 用 Streamlit 做一個可公開的資料 app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37413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pandas 分析變成互動網頁,部署上線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95344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95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849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W14–W15 · 加入 Anthropic API,讓 app 會說話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41696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不只顯示資料,還能用自然語言對話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256044" y="1371600"/>
            <a:ext cx="74307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工具不是程式設計師的替代品 — </a:t>
            </a:r>
            <a:r>
              <a:rPr lang="en-US" sz="24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它是「思考的</a:t>
            </a:r>
            <a:r>
              <a:rPr lang="en-US" altLang="zh-TW" sz="24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</a:t>
            </a:r>
            <a:r>
              <a:rPr lang="en-US" sz="24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腳</a:t>
            </a: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」。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重要的永遠是:你想回答什麼科學問題?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554480" y="384048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3931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§2 開始前的提醒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3474720" y="1188720"/>
            <a:ext cx="45720" cy="2377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1280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749040" y="1691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程式協作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的光譜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749040" y="2834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本段目標:理解五層工具的能力與限制,學會挑對工具。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§2.1 · 全景地圖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兩個座標軸、五個工具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4389120"/>
            <a:ext cx="7680960" cy="36576"/>
          </a:xfrm>
          <a:prstGeom prst="rect">
            <a:avLst/>
          </a:prstGeom>
          <a:solidFill>
            <a:srgbClr val="05445E"/>
          </a:solidFill>
          <a:ln w="12700">
            <a:solidFill>
              <a:srgbClr val="0544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280160"/>
            <a:ext cx="36576" cy="3145536"/>
          </a:xfrm>
          <a:prstGeom prst="rect">
            <a:avLst/>
          </a:prstGeom>
          <a:solidFill>
            <a:srgbClr val="05445E"/>
          </a:solidFill>
          <a:ln w="12700">
            <a:solidFill>
              <a:srgbClr val="0544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44622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自主程度 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Context 範圍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43000" y="3794760"/>
            <a:ext cx="274320" cy="2743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Copilot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3154680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Chat (Web)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77640" y="214884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IDE (Cursor)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15000" y="1508760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Agentic CLI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60920" y="1234440"/>
            <a:ext cx="274320" cy="274320"/>
          </a:xfrm>
          <a:prstGeom prst="ellipse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Autonomous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本課主力:L4(W9–W10)。L5 只示範不強求。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§2.2 · Level 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完全不用 AI · 手寫 + Stack Overflow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3383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教學現場(想真正學會)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極敏感資料不能外流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特殊 DSL、老舊內部系統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 debug(AI 會誤導)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417320"/>
            <a:ext cx="73152" cy="3383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慢、疲勞、容易放棄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樣板程式重複造輪子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找錯關鍵字浪費時間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缺乏「多人智慧」加持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§2.3 · Level 1 · IDE 自動補全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· Tabnine · Cursor Tab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3383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能做到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補完當前這一行 / 下一個 block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從函式簽名 + 註解推論內容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對熟手 20–30% 效率提升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低干擾,不打斷思路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417320"/>
            <a:ext cx="73152" cy="3383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做不到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對話、解釋原因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跨檔案推理、重構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執行程式、讀 traceback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規劃多步驟流程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§2.4 · Level 2 · 對話式網頁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· Claude.ai · Gemini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把程式片段貼進對話框,得到文字回答 — 最廣泛被採用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Context:你貼什麼看什麼,無法主動讀你的專案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優點:零安裝、跨平台、可聊概念 / 改文字 / 讀 traceback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痛點:剪貼代價高、無版本控制、長對話記憶不可靠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本課角色:用它來「釐清概念」,不用它「寫整個 pipeline」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適合時機:看不懂 error、學新套件、寫 README、翻譯/改寫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§2.5 · Level 3 · IDE 整合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· Windsurf · Continue · VS Code Chat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IDE 內直接 chat,AI 能看你的檔案、選取、diff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提升:專案等級(數十至數百個檔案)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可讓 AI 直接提案 diff,你按「接受」或「拒絕」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適合:寫新 feature、小型重構、學習陌生 codebase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成本:Cursor Pro ~$20/mo;VS Code + Copilot 方案更便宜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侷限:仍以編輯為中心,無法自主執行命令列工作流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§2.6 · Level 4 · Agentic CLI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Aider · Cline · Codex CLI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進入終端機:能讀檔、寫檔、跑 bash、commit git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 prompt → AI 自己規劃、執行、驗證、回報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可讀 traceback → 自動修 bug;可跑測試 → 自我校正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讓專案約定持久化(命名規則、環境、風格)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本課主力工具:W9 安裝 + 第一個任務,W10 完整 workflow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心態調整:你是 product manager,AI 是工程師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§2.7 · Level 5 · 自主代理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 · OpenHands · AutoGPT 家族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3383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賣點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只給目標,agent 自己規劃到完成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可跨多天、建 VM、部署、發 PR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分工(planner / coder / reviewer)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2024–2025 的強力行銷敘事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417320"/>
            <a:ext cx="73152" cy="3383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成功率仍遠低於行銷,成本不透明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失敗時難以介入、難以 debug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在陌生領域容易「幻覺性完成」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本課只示範,不作主力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§2.8 · 五層比較一覽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把五層工具放在同一張表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4688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層級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代表工具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自主程度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研究者適用度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Copilot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補一行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★★(需會寫)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Chat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ChatGPT, Claude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回答問題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★★★(概念)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內建議 diff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★★★★(小專案)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 Agentic CLI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執行多步驟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★★★★★(本課)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 Autonomous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目標級全權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★★(體驗用)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§2.9 · 關鍵差異 1 · Context 範圍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看得到多少東西,決定能幫多少忙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Copilot:當前檔案周圍幾百行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Chat(web):你剪貼什麼看什麼,有 token 上限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IDE:選取 + 打開檔案 + 專案檔樹(RAG)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Agentic CLI:能主動 `ls`, `cat`, 搜尋關鍵字,形同自由讀整個 repo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Autonomous:同 L4,再加上可上網、開服務、長期記憶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關鍵經驗法則:Context 越廣 → 錯誤表面上更少,但幻覺更難察覺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§2.10 · 關鍵差異 2 · 該用哪一層?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把任務分四象限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象限 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寫個 snippet / 翻 API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Chat 或 L1 Copilot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便宜、即時、風險低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554480"/>
            <a:ext cx="265176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象限 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加新欄位 / 小重構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IDE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diff 層級做最安全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554480"/>
            <a:ext cx="26517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象限 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多步 pipeline / 跨檔重構 / 資料清理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264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Agentic CLI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本課主打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象限 D(跨天、跨系統、高風險)→ 目前暫不建議給全自主 agent,工程團隊仍以 L4 + 人審為主。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§2.11 · 關鍵差異 3 · 成本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月費制 vs. token 計價,研究者怎麼選</a:t>
            </a:r>
            <a:endParaRPr lang="en-US" sz="2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5603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定價模式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典型月成本(研究者)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Plus / Claude Pro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~USD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 Pro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~USD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月費 (學生免費)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 USD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/ Anthropic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計價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視用量(中度研究者 10–30 USD)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自架 open model (Llama/Qwen)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硬體 + 時間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電費 + 一次性 GPU 投資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§2.12 · 關鍵差異 4 · 隱私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你的程式與資料送去哪裡?</a:t>
            </a:r>
            <a:endParaRPr 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1031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類別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送到雲端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留在本機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研究敏感度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Chat 網頁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最高風險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是(多數)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 Claude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+ 必要檔案片段送雲端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本機檔案不動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本機 open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重要原則:受試者原始資料(HRV、fMRI 影像、姓名)預設不要貼進任何雲端 LLM。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§2.13 · 為什麼本課用 Claude Code?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五個實際理由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5301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530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3123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在終端機運作,學到的是 transferable 技能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3235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未來不論換模型供應商,terminal + git + unix 技能還在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485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48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21078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對受試者資料友善 · 本機檔案不自動上傳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42788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只把必要片段放進 prompt;比貼進網頁介面更可控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4406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440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29033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讓專案規約變成 AI 的『世界觀』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22341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寫一次,之後所有對話都知道你的命名、環境、風格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39596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395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989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能跑 bash / 讀 traceback → 真正完成任務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40189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不只是給你程式建議,是跑到綠燈 / commit 為止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535124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5351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88720" y="44944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學術授權 + 合理成本,博士生可負擔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8144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相對 Cursor/Devin,研究室負擔低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§2.14 · CLAUDE.md 是什麼?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把專案規則寫給 AI 看的 README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8001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Project · 我的認知實驗分析
## 環境
- Python 3.11, conda env = cogn
- 套件:pandas 2, numpy, matplotlib, seaborn
## 資料夾
- data/raw   原始(只讀)
- data/tidy  清理後
- figures/   產出圖
## 規約
- 變數 snake_case,圖檔 300 dpi
- 使用 pathlib;姓名欄位一律 drop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第一次進 repo,Claude Code 自動讀這個檔。好 CLAUDE.md = 好合作品質。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§2.15 · 導入新專案 · 10 分鐘流程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第一次把 Claude Code 接到你的分析 repo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2741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2741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18169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 repo,`claude` 啟動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50173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終端機內執行,確認已登入 Anthropic 帳戶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2293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2293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197721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寫最小版 CLAUDE.md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29725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環境、資料夾結構、命名規則、倫理規範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18466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1846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277274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AI 讀 README + 某個 main.py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09278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『請看一下這個專案,回報你理解的結構』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13994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1399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56827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下第一個小任務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88831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『把 analyze.py 拆成 load / process / plot 三檔』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40952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0952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88720" y="436380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→ commit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68384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人類看 diff,通過才 git commit;若不通過,重講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§2.16 · 實務觀察 · 一個研究週裡,你會混用多層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不是選一層,是按任務搭配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3383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週一:文獻 + 計畫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Chat:整理 80 篇文獻,摘要與比較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Chat:重寫實驗計畫英文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Copilot:寫一小段測試 script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417320"/>
            <a:ext cx="73152" cy="3383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週三:跑分析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Agentic CLI:建分析 pipeline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Agentic CLI:debug pandas 型別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IDE:在 Jupyter 調 matplotlib 圖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554480" y="1371600"/>
            <a:ext cx="7132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工具選對,是省力的第一步。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但下半場才是真正的功夫:如何指揮這些工具?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554480" y="384048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3931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進入 §3 Vibe Coding 的工作原則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3474720" y="1188720"/>
            <a:ext cx="45720" cy="2377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1280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749040" y="1691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的三個工作原則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749040" y="2834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本段目標:給你一組可操作的守則,讓 AI 成為合作者而不是亂源。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 · 三個原則一覽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從開口、到執行、到保留成果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Describe,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 Dictate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用「結果」描述,不用「步驟」命令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精確性 &gt; 禮貌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554480"/>
            <a:ext cx="265176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Plan-Execute-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先讓 AI 提計畫,你核可再執行,最後驗證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三階段不可省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554480"/>
            <a:ext cx="26517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Commits,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Context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264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小步走,常 commit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context 永遠乾淨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§3.2 · 原則 1:Describe, Don't Dictate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研究者的優勢:你擅長精確描述現象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Dictate = 下命令寫「要怎麼做」:『先開 pandas,再讀 csv,再 groupby 再 merge……』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= 描述「想要什麼」:『我要一個函式,輸入兩個 DataFrame,輸出合併後按 subject_id 排序且保留所有欄位』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AI 而言,結果描述含更多語意線索 → 生成的程式更貼合意圖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對人類而言,結果描述是好的 spec/ test case / docstring 的基礎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這個技能在論文寫作、實驗設計、grant 寫作也完全共用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核心一句話:『寫 spec,不是寫 code』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§3.3 · 原則 1 · 反例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一個真實的學生 prompt(改寫)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8001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「幫我寫 Python,先 import pandas,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然後 read_csv,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然後 groupby subject,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然後 mean RT,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然後畫圖,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然後存成 png,謝謝」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沒講資料長什麼樣子(column 名)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沒講為什麼分組(condition? subject?)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沒講圖的樣式與存哪裡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會瞎猜,第一版多半不能跑 / 不是你要的。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§3.4 · 原則 1 · 好例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同一個需求,重寫成 spec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566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8001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資料:data/tidy/rt.csv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欄位:subject_id, condition(congruent/incongruent), rt_ms, trial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任務: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依 subject_id × condition 算 mean/sd rt_ms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視覺化:subject 為 x,condition 為 hue,bar + errorbar(sd)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風格:seaborn darkgrid,dpi=300,圖檔 figures/rt_by_cond.png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限制: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使用 pathlib,不串字串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RT &lt; 100ms 視為 outlier,先 drop 並印出捨棄數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若有 NaN,raise ValueError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§3.5 · 原則 1 · 評分表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 prompt 的六個欄位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27407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2740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18168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資料在哪 / 長怎樣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501727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路徑 + column 名 + dtype + 大約列數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22935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2293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1977215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期待格式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297255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 DataFrame、圖、檔案、report?要什麼欄位?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18463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1846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2772743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限制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092783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套件版本、效能、禁止使用的手法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13991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1399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568271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 邊界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888311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NaN、outlier、重複、空檔,怎麼處理?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409519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0951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88720" y="4363799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驗收標準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683839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跑完可以用什麼驗收?例如 row 數、值的範圍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88720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風格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57607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snake_case、註解深度、是否要 type hint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§3.6 · 原則 2:Plan-Execute-Verify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三段式流程,永遠不要跳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Plan:讓 AI 先講「我打算做什麼,分幾步」,你看了再放行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Execute:AI 做,你不急著打斷 — 留完整行動紀錄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Verify:跑起來、看輸出、比對預期 — 不信憑感覺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為什麼重要:省下『錯 50 步才發現第 2 步錯』的浩劫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PEV 是可複製的團隊紀律,新手最快上手的守則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它也是研究方法:hypothesis → experiment → check,同一個思維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§3.7 · Plan 階段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先要 AI 的計畫,不要直接要程式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3383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該對 AI 說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『請先列出你打算分幾步』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『每一步會 touch 哪些檔案?』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『哪些步驟會有風險?』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『跑完有什麼產物?』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『先不要動手』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417320"/>
            <a:ext cx="73152" cy="3383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你該看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步驟數是否合理(通常 3–7 步)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是否有你忘了的邊界情況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是否會覆蓋重要檔案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是否誤解了資料結構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是否承認不確定處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§3.8 · Execute 階段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放手,但留下紀錄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計畫通過 → 『好,請開始』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AI 一次跑完一個 atomic unit(不是一個 huge change)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不要在中途插嘴改需求 — 會讓 context 很髒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如果錯了,停下、rollback、改 plan,而不是打補丁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每一個 unit 完成 → commit,註解寫清楚 prompt 與結果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 reproducibility 的第一道防線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§3.9 · Verify 階段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完成 ≠ 任務完成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32919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3291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287199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程式實際跑起來,沒 error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07239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不要相信 AI 說『應該可以』;執行它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28447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2844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208272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輸出值符合預期範圍 / 數量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402767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受試人數、trial 數、RT 分佈,對就是對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23975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2397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2878255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抽樣讀一下關鍵幾行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198295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特別是 loop、條件、型別轉換的地方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19503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1950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73783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幻覺檢查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993823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是否呼叫了不存在的函式 / 套件?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515031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51503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88720" y="4469311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留下紀錄:prompt + diff + 結果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789351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這是未來 debug 與 paper 附錄的素材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§3.10 · PEV 實戰 · 一個真實任務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把雜亂 CSV 變成 tidy</a:t>
            </a:r>
            <a:endParaRPr lang="en-US" sz="28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057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階段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你說 / AI 做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產出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讓 AI 提計畫:4 步,含 backup 原檔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文字計畫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『OK 開始』— AI 寫 clean.py,跑起來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tidy.csv + 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對 row 數、dtype、NaN 比例、抽 5 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驗收通過 / 不通過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通過 → git commit,note prompt 與結論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可回溯的紀錄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§3.11 · 原則 3:Small Commits, Short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為什麼小步 + 乾淨 context 是 AI 時代的新素養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 commit:每次 AI 改動控制在「幾十行、單一目的」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 context:對話越長 → 幻覺率越高;完成一個 unit 就另開新對話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兩者互相支持:每個小 commit 對應一段短對話、一個清楚目的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這不只是工具紀律,是風險管理 — 讓錯誤可以被 isolate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對研究者最大的好處:可以任何時刻 git checkout 回到某個對的狀態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AI 最大的好處:幻覺損害不會跨越 commit,錯了只有今天的那段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§3.12 · 為什麼小 commit 特別重要(在 AI 時代)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不是老生常談,是新風險控管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3383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 AI 時代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慢,錯也慢;每次改動量小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人腦能守住 working memory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錯了多半是邏輯,rollback 選擇性多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417320"/>
            <a:ext cx="73152" cy="3383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時代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 prompt 可能改 20 個檔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幻覺是『像真的錯』,肉眼難察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若累積 5 個 prompt 才 commit,debug 等於重啟研究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 commit 是最便宜的保險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§3.13 · Git 速查 · 給研究者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會這五個指令就能活著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8001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                     # 現在有哪些改動?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                       # 差在哪幾行?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-p                      # 選擇性加入(分 commit 的關鍵)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"clean: drop RT&lt;100"   # 寫清楚做了什麼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 -10          # 最近 10 個 commit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 checkout &lt;sha&gt; -- path/file.py   # 把某個檔退回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 reset --hard HEAD~1              # 整個 commit 丟棄(小心)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 會把 git workflow 與 GitHub Actions 結合示範。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§3.14 · 短 Context 技法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 CLAUDE.md + 新對話,把記憶常駐化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常駐資訊(環境、資料夾、命名)寫在 CLAUDE.md — AI 自動讀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 feature / 一個 bug = 一個對話,完成就關掉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不要在同一個對話裡做三種不同工作(前端 + 清理 + 實驗)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長對話裡 AI 會記混前後;短對話裡,事實乾淨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可行的節奏:上午一次新對話做 A,下午新對話做 B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這個習慣遷移到寫論文也適用:一節 = 一次專注,不混題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§3.15 · 反模式畫廊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這些做法會讓 AI 變成亂源</a:t>
            </a:r>
            <a:endParaRPr lang="en-US" sz="2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4688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反模式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症狀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一個 prompt 指揮全局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一次碰 20 個檔,錯了難還原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拆成 3–5 個小任務,每個單獨驗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對話開 2 小時不換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記憶混亂,開始亂回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完成一個 unit 就開新對話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不讀 AI 給的 diff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偷偷引入的錯誤累積到 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一律人工 review 才 commit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把結果直接貼進論文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未驗證的幻覺混進去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先跑、比對、留證據,再寫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不寫 CLAUDE.md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每次都要重教一次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分鐘寫好,永久受益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§3.16 · 自我檢核表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下一次開 AI 前,先問自己五題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17359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1735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171639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我要的結果說得出來嗎?(不是步驟)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91679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若說不出來,先別開 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12887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1288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196716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我有沒有 CLAUDE.md 常駐資訊?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287207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 → 先寫 5 行再開工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08415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0841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2762695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這次要改到哪些檔?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082735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心裡有清單,才好驗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03943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0394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558223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今天開始前 git 是乾淨的嗎?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878263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 commit 的改動先 commit / stash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99471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39947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88720" y="4353751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這個對話預期多久結束?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673791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超過 30 分鐘可能就該開新的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554480" y="1371600"/>
            <a:ext cx="7132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讓「寫程式」便宜了。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但讓「正確、負責、可重現」變貴了 — 這是 §4 要談的。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554480" y="3840480"/>
            <a:ext cx="1371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3931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進入 §4 責任、限制與學術倫理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3474720" y="1188720"/>
            <a:ext cx="45720" cy="2377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1280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749040" y="1691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責任、限制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與學術倫理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749040" y="2834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本段目標:讓 AI 工具在你的研究裡,成為可以寫進方法章節的正當工具。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 · 責任的三個面向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技術、學術、人文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幻覺 · 可重現 · 成本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產出是否可信?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是否可重現?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值不值得?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554480"/>
            <a:ext cx="265176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誠信 · 引用 · 授權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合乎 NCU / 期刊 / funder 規範?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有沒有揭露?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554480"/>
            <a:ext cx="26517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人文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 · 勞動 · 思考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264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受試者保密?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不外包思考?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環境成本?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 · 幻覺 · 是什麼?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用「看起來自信」的方式講錯的事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不存在的套件 / 函式 / 參數(例:`pandas.read_sav()`, `scipy.stats.bayes_t()`)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真實存在但簽名不對(參數順序 / 預設值說錯)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論文 / 文獻引用錯:作者、年份、期刊全對不上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數學計算小錯誤(尤其是線性代數、統計推導)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資料形狀誤讀(以為 columns 順序是某個樣子)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關鍵:幻覺並非「亂講」,而是『最像真的』的錯誤 → 肉眼難察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 · 幻覺實例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教室裡真的發生過的三種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假函式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寫 `df.correlate(method='pearson_bootstrap')` — pandas 沒這個函式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554480"/>
            <a:ext cx="265176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假統計量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在文字裡寫「我們採用 Mahalanobis 相關」,但 Mahalanobis 是距離不是相關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554480"/>
            <a:ext cx="26517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假文獻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264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生成一個完整的 APA citation,DOI 打開後是另一篇完全無關的論文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§4.4 · 對抗幻覺 · 三層防線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不是不用 AI,而是把 AI 當實習生對待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第一層 · 跑起來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AI 的程式,看它是否真的能跑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2258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第二層 · 對期望值驗收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5786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用已知樣本測,看結果是否合理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99816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30540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第三層 · 關鍵程式人工讀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37413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特別是公式、conditional、indexing 那幾行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95344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95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849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第四層 · 引用來源二次確認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41696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給的論文、API 文件,開官方來源比對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§4.5 · 可重現 · 你與 AI 的共同責任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不會自動讓你的研究可重現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紀錄 prompt:把關鍵 prompt 存進 repo(例如 `prompts/clean_rt.md`)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鎖套件版本:`requirements.txt` / `environment.yml`,含 Anthropic SDK 版本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 seed:隨機性操作使用固定 seed,且寫進 CLAUDE.md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訊息說清楚:這次改動來自哪一次對話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方法章節揭露:使用了哪個模型、哪個版本、做什麼子任務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注意:LLM 同樣 prompt 不保證同樣輸出 → 程式是主產物,prompt 是脈絡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§4.6 · 論文引用 AI 的慣例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年各期刊的共識(方向)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3383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主流立場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不能是共同作者(responsibility)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使用需揭露:哪個模型、什麼子任務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最終內容由人類負責到底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不可用於產出實驗資料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417320"/>
            <a:ext cx="73152" cy="3383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常見寫法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Acknowledgement:『本研究於資料清理使用 Claude 3.5 Sonnet』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Methods:『以 Claude Code 輔助 pandas pipeline 撰寫,所有輸出經人工驗證』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重要:同時 cite 模型版本與使用時間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/ Science / APA 都有官方指引,投稿前檢查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§4.7 · 成本 · token 經濟學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用之前先心算一下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11000" dirty="0"/>
          </a:p>
        </p:txBody>
      </p:sp>
      <p:sp>
        <p:nvSpPr>
          <p:cNvPr id="6" name="Shape 4"/>
          <p:cNvSpPr/>
          <p:nvPr/>
        </p:nvSpPr>
        <p:spPr>
          <a:xfrm>
            <a:off x="5303520" y="1828800"/>
            <a:ext cx="45720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1783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1M input token(3.5 Sonnet 大約)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0" y="2331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典型研究任務:一個中型 repo 的 Claude Code 對話約 5k–50k token。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中度使用的博士生月用量 ~5M token,約 15–30 USD。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對比:省下來的時間通常 10 倍以上。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但學生 / 實驗室預算仍須明確列支。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§4.8 · 環境成本 · 研究者可以問的三個問題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 PR 口號,是科學倫理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 inference 的能耗不是零(大致 0.1–1 Wh / 千 token,數字仍在修訂)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對比:一次 Google 搜尋 ≈ 0.3 Wh;一次大模型 chat 可能 1–5 Wh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個別使用很小,但全球累加可觀,尤其訓練階段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研究者的實踐:完成任務即收,不要開長對話閒聊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優先用小模型 / cached prompt / batch 呼叫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grant 寫作時可考慮列入 compute footprint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§4.9 · 隱私 · 你的程式與資料去哪了?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vs. 網頁 vs. 本機</a:t>
            </a:r>
            <a:endParaRPr lang="en-US" sz="28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1031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路徑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資料去雲端嗎?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可能保留多久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研究建議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Claude.ai 網頁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依政策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不貼受試者資料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是(不訓練)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天暫存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受試者資料去識別化後再送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+ 檔片段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受試者資料用假資料或去識別化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本機 open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最敏感資料的首選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*確切條款以 Anthropic 最新 DPA / 使用條款為準,課程資料會同步更新。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§4.10 · 絕對不要貼進雲端 LLM 的資料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記住這份清單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受試者姓名、學號、email、電話、身分證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未發表的影像 / 生理訊號 / 問卷原始資料(依 IRB 條款)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合作單位未公開的資料(如醫院病歷、公司營運資料)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合作研究者尚未同意公開的 manuscript / preprint 原稿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key、password、server credentials(把這些寫進 .gitignore)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若真的需要分析以上資料 → 用本機模型 / 去識別化後再處理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§4.11 · 學術誠信 · 學生與研究者的界線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不是『用不用 AI』,是『怎麼用與怎麼說』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3383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不合誠信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繳交整段 AI 生成程式不 review 不驗收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論文內容整段 AI 寫,未揭露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AI 幫你編造資料或引用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複製他人含 AI 的作業,掩蓋來源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417320"/>
            <a:ext cx="73152" cy="3383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合誠信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起手 + 自己驗證 + 揭露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prompt 與 diff 留檔,方便審閱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引用 AI 產生的片段如同引用 collaborator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acknowledgement / methods 清楚寫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§4.12 · NCU / 期刊 / funder 政策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投稿 / 繳交前務必檢查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NCU:研究誠信辦公室陸續公布 AI 輔助規範,以最新公告為準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/ Science:AI 不得為作者;使用須揭露於 Methods 或 Acknowledgement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style:AI 產生內容須註明 prompt / 日期 / 模型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/ NSTC 申請:計畫書可考慮列出 AI 工具作為計算資源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 修正:若分析流程大量使用 LLM,建議在審查文件中說明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行動項目:本課期中報告請附 AI 使用說明(格式會在 W10 公告)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§4.13 · 合作禮儀 · 與同門、指導教授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別讓 AI 成為不告而取的盲點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與指導教授對話前:主動說明哪段是 AI 生成、哪段你驗證過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共筆論文:於內部 repo 加註 AI 協作紀錄(CLAUDE.md / CONTRIBUTING.md)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實驗室資料夾:沿用同一套命名 / docstring / README 規約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review:不論 AI 或人類寫的,review 標準一致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若同門用 AI 寫的程式你不懂,先問,再決定是否合用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目標:AI 是加速合作,不是製造訊息不對稱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§4.14 · 何時不要使用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三個情境要用老派手工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你在學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第一次學 pandas / numpy,要親手寫幾次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讓你以為自己懂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554480"/>
            <a:ext cx="265176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受試者敏感資料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即便去識別化也要三思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首選本機模型或完全不用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554480"/>
            <a:ext cx="26517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核心論證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2648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論文的核心結果、關鍵統計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一定要親手跑過、理解每一行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§4.15 · 最重要的一條 · 不外包思考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是腳手架,不是建築師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研究者的核心是:提出好問題、設計好實驗、詮釋結果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這三件事 AI 都做不好 — 它擅長的是「填空」與「樣板」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若你讓 AI 做這三件事的其中一件,研究品質會直接下降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健康的分工:你想 + AI 實作;你驗證 + AI 優化;你寫結論 + AI 潤飾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不健康的分工:AI 想 + 你貼;AI 寫結論 + 你不讀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自問一句:「如果明天 AI 都斷線,我還能繼續做研究嗎?」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§4.16 · 本堂三個行動項目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回家之前,把這三件事做完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 Claude Code 並完成第一次登入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課後 30 分鐘內完成;助教工作站有備用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2258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為你的一個小專案寫一版 CLAUDE.md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5786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至少列:環境、資料夾、命名、倫理規範四項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99816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30540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選一個 20 行以內的舊腳本,用 PEV 重寫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37413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帶著你的 prompt 與 diff,下週課堂分享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下週:多步驟任務分解 · Git 進階 · GitHub Actions 自動化。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提問 / 一對一輔導:audachang@gmail.com · </a:t>
            </a:r>
            <a:r>
              <a:rPr lang="en-US" sz="1400" dirty="0" err="1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建議用</a:t>
            </a:r>
            <a:r>
              <a:rPr lang="en-US" sz="14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Discord 留言以便追蹤。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提醒:本堂三個行動項目別忘了 — Claude Code 裝好、CLAUDE.md 寫好、小腳本 PEV 重寫一次。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4281</Words>
  <Application>Microsoft Office PowerPoint</Application>
  <PresentationFormat>如螢幕大小 (16:9)</PresentationFormat>
  <Paragraphs>911</Paragraphs>
  <Slides>74</Slides>
  <Notes>74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74</vt:i4>
      </vt:variant>
    </vt:vector>
  </HeadingPairs>
  <TitlesOfParts>
    <vt:vector size="78" baseType="lpstr"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09: Vibe / Agentic Coding 入門</dc:title>
  <dc:subject>PptxGenJS Presentation</dc:subject>
  <dc:creator>Erik Chang</dc:creator>
  <cp:lastModifiedBy>Erik Chang</cp:lastModifiedBy>
  <cp:revision>6</cp:revision>
  <dcterms:created xsi:type="dcterms:W3CDTF">2026-04-22T13:38:03Z</dcterms:created>
  <dcterms:modified xsi:type="dcterms:W3CDTF">2026-04-23T00:42:38Z</dcterms:modified>
</cp:coreProperties>
</file>