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30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7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64592" cy="23774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A1A2E"/>
                </a:solidFill>
                <a:latin typeface="Calibri"/>
              </a:rPr>
              <a:t>Web App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0D9B9B"/>
                </a:solidFill>
                <a:latin typeface="Calibri"/>
              </a:rPr>
              <a:t>with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B83"/>
                </a:solidFill>
                <a:latin typeface="Microsoft JhengHei"/>
              </a:rPr>
              <a:t>從 Jupyter 到互動式 Dashboard  —  用認知老化資料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alibri"/>
              </a:rPr>
              <a:t>NS5116 · Programming &amp; AI Applications in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Calibri"/>
              </a:rPr>
              <a:t>ACL@NCU  ·  Spring 2026  ·  2026-05-07  ·  150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本週結束後，你將能夠⋯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解釋 Streamlit 的 rerun-on-interaction 執行模型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建立含 title / metric / dataframe 的多區塊 app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加入 selectbox / slider / multiselect 等互動式 widgets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整合 Matplotlib 與 Streamlit 內建 chart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用 columns / sidebar / tabs 規劃 dashboard 版面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套用 @st.cache_data 提升效能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把 app 部署到 Streamlit Community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WHY STREAMLIT?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從 Jupyter 到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4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0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Why Streamlit?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611880" cy="3291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4864" cy="3291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Jupyter 不能分享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20440"/>
            <a:ext cx="3246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寄一份 .ipynb 給合作者 — 對方多半打不開、跑不動，最後只看到截圖。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611880" cy="3291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54864" cy="3291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971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PI 想自己探索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520440"/>
            <a:ext cx="3246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想拉拉看 slider 試試不同年齡組？沒人想為了改一個參數開 Jupyter。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611880" cy="3291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54864" cy="3291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971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Final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520440"/>
            <a:ext cx="3246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Week 16 你要展示作品給觀眾看 — 一個 URL 比 GitHub repo 直觀 100 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14325C"/>
                </a:solidFill>
                <a:latin typeface="Microsoft JhengHei"/>
              </a:rPr>
              <a:t>Streamlit 把同一份 Python 分析變成網頁 — 全程不用 HTML / CSS / JS。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5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0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Streamlit vs. Flask vs. Dash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>
                    <a:solidFill>
                      <a:srgbClr val="0D9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Flask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Dash (Plotly)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學習曲線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Microsoft JhengHei"/>
                        </a:rPr>
                        <a:t>平 — 純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陡 — HTML/CSS/JS/routing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中 — 需懂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寫法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Microsoft JhengHei"/>
                        </a:rPr>
                        <a:t>top-to-bottom script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route decorator + template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callback graph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適合場景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Microsoft JhengHei"/>
                        </a:rPr>
                        <a:t>資料分析 dashboard /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通用 web app / API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複雜互動圖表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部署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Microsoft JhengHei"/>
                        </a:rPr>
                        <a:t>Streamlit Cloud (免費)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自架 / PaaS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自架 / Dash Enterprise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54864" cy="8686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結論：對研究者最低摩擦 — 你已經會 Python + pandas，再學 5–10 個 st.* 函式就能做 web app。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6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0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先看官方 demo：streamlit hello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640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2200">
                <a:solidFill>
                  <a:srgbClr val="2E8B57"/>
                </a:solidFill>
                <a:latin typeface="Consolas"/>
              </a:rPr>
              <a:t>$ streamlit hello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啟動四個內建範例，先掌握 Streamlit 的能力範圍：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5349240" cy="11887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54864" cy="11887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1927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Animated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4904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即時更新的折線圖 + progress bar — slider 控制 freq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200400"/>
            <a:ext cx="5349240" cy="11887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200400"/>
            <a:ext cx="54864" cy="11887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3375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31927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Mapping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74904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互動式地圖視覺化（Uber 紐約叫車資料）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26280"/>
            <a:ext cx="5349240" cy="11887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526280"/>
            <a:ext cx="54864" cy="11887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4515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DataFrame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用 multiselect 篩選國家、即時更新表格與圖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526280"/>
            <a:ext cx="5349240" cy="11887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4526280"/>
            <a:ext cx="54864" cy="11887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46634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64515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Self-driving 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0749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上傳影像 → 即時跑 object detection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7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Streamlit 的執行模型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8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每次互動 = 整支 app.py 從頭跑到尾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858000" cy="1783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Consolas"/>
              </a:rPr>
              <a:t>import streamlit as st</a:t>
            </a:r>
          </a:p>
          <a:p>
            <a:pPr algn="l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Consolas"/>
              </a:rPr>
              <a:t>count = st.slider("Pick a number", 0, 100, 50)</a:t>
            </a:r>
          </a:p>
          <a:p>
            <a:pPr algn="l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Consolas"/>
              </a:rPr>
              <a:t>st.write(f"You picked {count}")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拖動 slider 時，Streamlit 會：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2316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重新執行整支 app.py</a:t>
            </a:r>
          </a:p>
          <a:p>
            <a:pPr algn="l">
              <a:lnSpc>
                <a:spcPct val="130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st.slider() 回傳新值</a:t>
            </a:r>
          </a:p>
          <a:p>
            <a:pPr algn="l">
              <a:lnSpc>
                <a:spcPct val="130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st.write() 渲染新文字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0972800" cy="2011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54864" cy="20116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Microsoft JhengHei"/>
              </a:rPr>
              <a:t>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沒有 callback、沒有 event handler、沒有 onClick —— 你寫程式的方式跟 Jupyter 一樣（由上到下），卻得到一個互動式網頁。每個 widget 呼叫立刻回傳當前值。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9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安裝與執行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1. 安裝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0972800" cy="640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2000">
                <a:solidFill>
                  <a:srgbClr val="2E8B57"/>
                </a:solidFill>
                <a:latin typeface="Consolas"/>
              </a:rPr>
              <a:t>$ pip install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2. 執行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10972800" cy="640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2000">
                <a:solidFill>
                  <a:srgbClr val="2E8B57"/>
                </a:solidFill>
                <a:latin typeface="Consolas"/>
              </a:rPr>
              <a:t>$ streamlit run 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3. 瀏覽器自動開啟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46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onsolas"/>
              </a:rPr>
              <a:t>→ http://localhost:8501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F6B83"/>
                </a:solidFill>
                <a:latin typeface="Microsoft JhengHei"/>
              </a:rPr>
              <a:t>存檔後右上角會出現 *Rerun* 與 *Always rerun* 按鈕，立即看到改動結果。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10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st.write — 一個函式應付所有顯示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st.write("# 這是 markdown 標題")           # markdown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st.write("一段純文字。")                       # plain text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st.write({"a": 1, "b": [2, 3]})               # dict → JSON tree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st.write(pd.DataFrame({"x": [1, 2, 3]}))      # interactive table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st.write(fig)                                 # matplotlib figure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st.write(plotly_fig)                          # plotly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26280"/>
            <a:ext cx="1088136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526280"/>
            <a:ext cx="54864" cy="16916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D9B9B"/>
                </a:solidFill>
                <a:latin typeface="Microsoft JhengHei"/>
              </a:rPr>
              <a:t>為什麼方便？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206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st.write 自動偵測物件型別 → DataFrame、figure、dict、字串都不用個別記 API。Prototyping 時很省事；正式 dashboard 仍建議顯式呼叫 st.dataframe / st.pyplot 比較易讀。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11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完整 text 顯示家族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API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備註 / 範例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頁面主標題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32-pt 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st.header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section heading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24-pt 級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st.subheader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subsection heading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20-pt 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st.markdown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完整 markdown 含 LaTeX/HTML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** _ # 等都支援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st.caption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灰色小字註腳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圖下方 caption / 註解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st.code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語法 highlight 程式碼塊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language='python'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st.latex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LaTeX 數學式渲染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\sum_i x_i^2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B9B"/>
                          </a:solidFill>
                          <a:latin typeface="Consolas"/>
                        </a:rPr>
                        <a:t>st.write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萬能 — 自動偵測型別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JhengHei"/>
                        </a:rPr>
                        <a:t>fallback default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B83"/>
                </a:solidFill>
                <a:latin typeface="Microsoft JhengHei"/>
              </a:rPr>
              <a:t>Prototyping 用 st.write 即可；正式 dashboard 用對的 API 可控制視覺層級。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12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Magic Commands — 連 st.write 都省了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6060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import streamlit as st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 = pd.DataFrame({"age": [25, 60], "rt": [320, 410]})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"# Streamlit Magic"        # 字串 → markdown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                         # dataframe → 互動表格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fig                        # matplotlib figure → 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Microsoft JhengHei"/>
              </a:rPr>
              <a:t>Streamlit 把任何「孤立的表達式」自動視為 st.write(...)：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Prototyping 寫得像 Jupyter — 最快看到結果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正式 dashboard 用 st.dataframe / st.pyplot — 程式較易讀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13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Cognitive Aging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14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Cognitive Aging Dataset (n=400)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今天的範例資料 — 模仿 Cambridge Brain Sciences / Taiwan Biobank 認知測驗結構：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31720"/>
          <a:ext cx="10881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82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subject_id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S001 – 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20 – 80 (years)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 /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education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Years of formal education (9–22)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young / middle / 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reaction_time_ms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Simple RT (lower = faster)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working_memory_span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n-back / digit span (2–9)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processing_speed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Digit-symbol substitution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moca_score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Montreal Cognitive Assessment (0–30)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stroop_interference_ms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Incongruent − congruent 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15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資料生成符合認知老化文獻的典型模式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Reaction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alibri"/>
              </a:rPr>
              <a:t>↑ ~2 ms / year — Salthouse (1996)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42032"/>
            <a:ext cx="1088136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42032"/>
            <a:ext cx="54864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Working memory span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06624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alibri"/>
              </a:rPr>
              <a:t>Peaks ~25, gradual decline after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1088136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55264"/>
            <a:ext cx="54864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015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Processing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1985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alibri"/>
              </a:rPr>
              <a:t>Linear decline across lifespan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68496"/>
            <a:ext cx="1088136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968496"/>
            <a:ext cx="54864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MoCA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3308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alibri"/>
              </a:rPr>
              <a:t>Ceiling effect; mild decline late life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81728"/>
            <a:ext cx="1088136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681728"/>
            <a:ext cx="54864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8280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Stroop interference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8463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alibri"/>
              </a:rPr>
              <a:t>↑ with age — increased control demands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394960"/>
            <a:ext cx="54864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54126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Education 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55955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alibri"/>
              </a:rPr>
              <a:t>Mild boost on WM &amp; MoCA (cognitive reserve proxy)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16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98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8A12A"/>
                </a:solidFill>
                <a:latin typeface="Calibri"/>
              </a:rPr>
              <a:t>HANDS-ON #1 ·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你的第一個 Streamlit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目標：顯示資料前 10 列、總受試者數、平均年齡。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7315200" cy="3383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practice_step1.py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streamlit as st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st.title("Cognitive Aging Dashboard")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st.write("First look at the dataset.")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 = pd.read_csv("data/cognitive_aging_taiwan.csv")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st.metric("Participants", len(df))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st.metric("Mean age", f"{df['age'].mean():.1f} years")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st.dataframe(df.head(10))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D9B9B"/>
                </a:solidFill>
                <a:latin typeface="Microsoft JhengHei"/>
              </a:rPr>
              <a:t>檢查清單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83464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看到 title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看到兩個 metric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看到互動式 dataframe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2E8B57"/>
                </a:solidFill>
                <a:latin typeface="Consolas"/>
              </a:rPr>
              <a:t>$ </a:t>
            </a:r>
            <a:r>
              <a:rPr sz="1500" b="0" i="0" dirty="0" err="1">
                <a:solidFill>
                  <a:srgbClr val="2E8B57"/>
                </a:solidFill>
                <a:latin typeface="Consolas"/>
              </a:rPr>
              <a:t>streamlit</a:t>
            </a:r>
            <a:r>
              <a:rPr sz="1500" b="0" i="0" dirty="0">
                <a:solidFill>
                  <a:srgbClr val="2E8B57"/>
                </a:solidFill>
                <a:latin typeface="Consolas"/>
              </a:rPr>
              <a:t> run practice_step1.py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17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互動式控制元件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18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4 ·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Widgets — 每個都回傳一個值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Widget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回傳範例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st.selectbox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單選下拉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st.slider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範圍 / 數值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(20, 80)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st.multiselect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多選清單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['F', 'M']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st.checkbox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Boolean 開關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單選按鈕組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'overview'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st.text_input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文字輸入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'S001'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st.date_input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日期 / 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(date1, date2)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st.file_uploader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檔案上傳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UploadedFile or None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19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4 ·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Microsoft JhengHei"/>
              </a:rPr>
              <a:t>用 widgets 篩選資料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1. Selectbox — 選一個認知測驗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measure = st.selectbox("Cognitive measure",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options=["reaction_time_ms", "moca_score", "working_memory_span"])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2. Range slider — 年齡範圍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age_min, age_max = st.slider("Age range", 20, 80, (20, 80))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3. Multiselect — 性別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sex_choices = st.multiselect("Sex", options=["F", "M"], default=["F", "M"])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4. 用 boolean mask 篩選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mask = df["age"].between(age_min, age_max) &amp; df["sex"].isin(sex_choices)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df_filtered = df[mask]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4325C"/>
                </a:solidFill>
                <a:latin typeface="Microsoft JhengHei"/>
              </a:rPr>
              <a:t>重點：每個 widget 回傳值 → 存到變數 → 後續用變數篩資料。沒有 callback。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20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4 ·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媒體 widget — 在 dashboard 顯示 stimuli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8B9DB8"/>
                </a:solidFill>
                <a:latin typeface="Consolas"/>
              </a:rPr>
              <a:t># 行為實驗 dashboard 常見需求：旁邊放當前 trial 的 stimulus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st.image("stim/gabor_45deg.png",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     caption="Gabor patch (45°)", width=240)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st.audio("stim/tone_1khz.wav")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st.video("stim/biological_motion.mp4")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54864" cy="20116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D9B9B"/>
                </a:solidFill>
                <a:latin typeface="Microsoft JhengHei"/>
              </a:rPr>
              <a:t>三個 API 接受多種輸入：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File path（本機檔案）— 最常見</a:t>
            </a:r>
          </a:p>
          <a:p>
            <a:pPr algn="l">
              <a:lnSpc>
                <a:spcPct val="120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URL（外部 host 的圖 / 音訊）</a:t>
            </a:r>
          </a:p>
          <a:p>
            <a:pPr algn="l">
              <a:lnSpc>
                <a:spcPct val="120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bytes / numpy array — 動態生成的 stimulus 也能直接餵</a:t>
            </a:r>
          </a:p>
          <a:p>
            <a:pPr algn="l">
              <a:lnSpc>
                <a:spcPct val="120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適合作 trial-by-trial 行為資料 dashboard 的 stimulus 預覽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21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4 ·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Status messages — 視覺化的使用者回饋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3520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st.success("Loaded 400 participants successfully.")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st.warning("12 trials had RT &lt; 200 ms — excluded as outliers.")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st.error("File missing required column: 'reaction_time_ms'")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st.info("Tip: Slide age range below 30 to see young adult subsample.")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with st.spinner("Running RSA computation..."):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rsm = compute_rsm(df)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st.success("Done!")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bar = st.progress(0)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for i in range(100):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bar.progress(i + 1)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st.balloons()       # 任務完成的小彩蛋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54864" cy="7772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把 success / warning / error / info 當作 dashboard 與使用者溝通的回饋管道 — 比靜默更新或丟例外好。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22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8A12A"/>
                </a:solidFill>
                <a:latin typeface="Calibri"/>
              </a:rPr>
              <a:t>HANDS-ON #2 ·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加入 age + sex 篩選器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在 step 1 基礎上加 st.slider 設定年齡範圍 (20–80)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加 st.multiselect 選擇性別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用 boolean mask 篩選 df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用 st.columns(2) 並排顯示兩個 metric (n, mean RT)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顯示篩選後的 df.head(20)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提示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age_min, age_max = st.slider("Age", 20, 80, (20, 80))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mask = df_all["age"].between(age_min, age_max) &amp; df_all["sex"].isin(sex_choices)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 = df_all[mask]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23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視覺化你的資料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25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6 ·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Streamlit 內建 charts — 一行搞定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8B9DB8"/>
                </a:solidFill>
                <a:latin typeface="Consolas"/>
              </a:rPr>
              <a:t># Bar chart：三個年齡組的平均 RT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group_means = df.groupby("group", observed=True)["reaction_time_ms"].mean()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st.bar_chart(group_means)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8B9DB8"/>
                </a:solidFill>
                <a:latin typeface="Consolas"/>
              </a:rPr>
              <a:t># Line chart：MoCA 隨年齡變化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st.line_chart(df.set_index("age")["moca_score"])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8B9DB8"/>
                </a:solidFill>
                <a:latin typeface="Consolas"/>
              </a:rPr>
              <a:t># Area / scatter / map — 全部都是一行 API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st.scatter_chart(df, x="age", y="reaction_time_ms", color="sex")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46320"/>
            <a:ext cx="10881360" cy="11887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846320"/>
            <a:ext cx="54864" cy="1188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Microsoft JhengHei"/>
              </a:rPr>
              <a:t>優點：何時用內建 chart — 快速原型、不需精細控制色彩 / 標籤。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限制：很難客製 — 加迴歸線、改 legend、調 axis 都要改用 matplotlib。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26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6 ·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Matplotlib — 完整控制 + st.pyplot(fig)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fig, ax = plt.subplots(figsize=(8, 4))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ax.scatter(df["age"], df["reaction_time_ms"],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       s=20, alpha=0.5, c="#1F6FB4")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slope, intercept = np.polyfit(df["age"], df["reaction_time_ms"], 1)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xs = np.array([df["age"].min(), df["age"].max()])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ax.plot(xs, slope*xs + intercept, "k--",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    label=f"slope={slope:.2f} ms/yr")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ax.set_xlabel("Age"); ax.set_ylabel("Reaction Time (ms)")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ax.legend()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st.pyplot(fig)        # NOTE: 不要用 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D34F4F"/>
                </a:solidFill>
                <a:latin typeface="Microsoft JhengHei"/>
              </a:rPr>
              <a:t>常見錯誤：在 Streamlit 內呼叫 plt.show() — 什麼都不會發生。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27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規劃 dashboard 版面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28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7 ·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st.columns — 左右排版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85800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left, right = st.columns([2, 1])    # 2:1 寬度比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with left: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st.subheader("Scatter")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st.pyplot(fig)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with right: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st.subheader("Stats")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st.dataframe(df.describe())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828800"/>
            <a:ext cx="3657600" cy="23774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0" y="1965960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0" y="1965960"/>
            <a:ext cx="54864" cy="21031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B83"/>
                </a:solidFill>
                <a:latin typeface="Microsoft JhengHei"/>
              </a:rPr>
              <a:t>Scatter (2x)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40" y="1965960"/>
            <a:ext cx="1005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8440" y="1965960"/>
            <a:ext cx="54864" cy="21031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78440" y="27889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B83"/>
                </a:solidFill>
                <a:latin typeface="Calibri"/>
              </a:rPr>
              <a:t>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其他 layout：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st.sidebar — 左側固定面板，常用於 filters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st.tabs([...]) — 多分頁切換 view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st.expander('...') — 折疊區塊（隱藏細節）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st.container() — 邏輯分組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29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7 ·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st.sidebar — 固定篩選器位置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with st.sidebar: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st.header("Filters")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age_range = st.slider("Age", 20, 80, (20, 80))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sex       = st.multiselect("Sex", ["F", "M"], default=["F", "M"])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measure   = st.selectbox("Measure", list(MEASURES.keys()))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show_reg  = st.checkbox("Show regression line", value=True)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297680"/>
            <a:ext cx="54864" cy="17373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為什麼把 filters 放 sidebar？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主畫面留給內容（charts、tables）</a:t>
            </a:r>
          </a:p>
          <a:p>
            <a:pPr algn="l">
              <a:lnSpc>
                <a:spcPct val="120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篩選器永遠看得到，不會被內容擠掉</a:t>
            </a:r>
          </a:p>
          <a:p>
            <a:pPr algn="l">
              <a:lnSpc>
                <a:spcPct val="120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sidebar widgets 與一般 widgets API 完全相同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30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7 ·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st.tabs — 分頁切換不同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tab1, tab2, tab3 = st.tabs(["Scatter", "Distribution", "Raw data"])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with tab1: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st.pyplot(fig_scatter)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with tab2: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st.pyplot(fig_hist)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with tab3: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st.dataframe(df)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st.download_button("⬇️ Download CSV",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                   data=df.to_csv(index=False),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                   file_name="cognitive_aging.csv")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B83"/>
                </a:solidFill>
                <a:latin typeface="Microsoft JhengHei"/>
              </a:rPr>
              <a:t>用 emoji 開頭讓 tab label 更易辨識；download_button 直接給使用者下載資料。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31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@st.cache_data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32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8 ·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問題：每次互動都重讀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Microsoft JhengHei"/>
              </a:rPr>
              <a:t>Streamlit 的「每次重跑整個 script」很方便，但⋯⋯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88136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54864" cy="22860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D34F4F"/>
                </a:solidFill>
                <a:latin typeface="Microsoft JhengHei"/>
              </a:rPr>
              <a:t>沒 cache 的情況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D34F4F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每次拖 slider → 整支 app.py rerun → pd.read_csv 重新讀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D34F4F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資料 100 MB？每次互動等 2 秒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D34F4F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API 呼叫？每次重打外部 server，可能還會被 rate-limit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484632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Microsoft JhengHei"/>
              </a:rPr>
              <a:t>解法：@st.cache_data — 同樣輸入只跑一次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Streamlit 用「函式名稱 + 參數值」當 cache key。第二次同樣參數 → 立刻回傳上次結果。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33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8 ·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@st.cache_data — 一個 decorator 解決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def load_data(path: str) -&gt; pd.DataFrame: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df = pd.read_csv(path)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df["group"] = pd.Categorical(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    df["group"],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    categories=["young", "middle", "older"],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    ordered=True,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   return df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 = load_data("data/cognitive_aging_taiwan.csv")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何時要 cache？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讀檔案、API request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同樣輸入永遠回同樣結果且耗時 &gt; 50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@st.cache_resource：cache thread / DB connection 等不可序列化物件。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34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8 ·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@st.cache_data vs. @st.cache_resource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Decorator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適用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型別範例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情境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Consolas"/>
                        </a:rPr>
                        <a:t>@st.cache_data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Microsoft JhengHei"/>
                        </a:rPr>
                        <a:t>可序列化資料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DataFrame, str, dict, ndarray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Microsoft JhengHei"/>
                        </a:rPr>
                        <a:t>CSV / API / 計算結果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Consolas"/>
                        </a:rPr>
                        <a:t>@st.cache_resource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Microsoft JhengHei"/>
                        </a:rPr>
                        <a:t>不可序列化的資源物件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DB connection, ML model, tokenizer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Microsoft JhengHei"/>
                        </a:rPr>
                        <a:t>joblib.load(...) sklearn model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@st.cache_resource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load_model(path):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import joblib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joblib.load(path)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model = load_model("models/cognitive_age_predictor.pkl")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4325C"/>
                </a:solidFill>
                <a:latin typeface="Microsoft JhengHei"/>
              </a:rPr>
              <a:t>判斷原則：你想要拿到「同一個物件實例」（cache_resource）還是「相同內容的副本」（cache_data）？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35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8A12A"/>
                </a:solidFill>
                <a:latin typeface="Calibri"/>
              </a:rPr>
              <a:t>HANDS-ON #3 ·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完整 Cognitive Aging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整合今天所有觀念，建立完整 dashboard：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972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用 @st.cache_data 包住 load_data()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把所有 filters 移到 st.sidebar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加 measure selectbox（5 個認知測驗任選）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主畫面用 st.tabs([Scatter, Distribution, Raw data]) 分三頁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Scatter：散佈圖 + 線性迴歸線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Distribution：young / middle / older 三組 histogram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Raw data：dataframe + st.download_button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715000"/>
            <a:ext cx="54864" cy="594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對照解答：app/app.py — 先嘗試自己寫，再開來比對。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36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9 · MULTI-PAGE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Multi-page app — dashboard → ML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858000" cy="2788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mode = st.sidebar.selectbox("Page",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["Overview", "EDA", "Predict"])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if mode == "Overview":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show_overview(df)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elif mode == "EDA":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show_eda(df)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else: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show_prediction(df,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28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D9B9B"/>
                </a:solidFill>
                <a:latin typeface="Microsoft JhengHei"/>
              </a:rPr>
              <a:t>三個 page 的角色分工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8600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Overview：總結 metric + 主要圖表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EDA：互動式探索（filters + scatter）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Predict：使用者輸入 → model 預測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63440"/>
            <a:ext cx="1088136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54864" cy="15544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8A12A"/>
                </a:solidFill>
                <a:latin typeface="Microsoft JhengHei"/>
              </a:rPr>
              <a:t>進階做法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Streamlit 內建多頁機制：在 repo 內建 pages/ 資料夾，每個 .py 檔自動成一頁。對複雜 app 推薦 pages/，對 prototype 用上面 selectbox 即可。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37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Streamlit Community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38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10 ·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把你的 app 變成一個公開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7772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993392"/>
            <a:ext cx="457200" cy="45720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476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準備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4942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app.py + requirements.txt + data/ 資料夾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1088136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54864" cy="7772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2862072"/>
            <a:ext cx="457200" cy="45720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63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Push 到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1810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git push origin main（沿用 Week 10 的工作流程）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088136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54864" cy="7772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3730752"/>
            <a:ext cx="457200" cy="45720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7490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850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登入 share.streamlit.io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867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用 GitHub 帳號 sign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54864" cy="7772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4599432"/>
            <a:ext cx="457200" cy="45720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61772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5537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New app →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85546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選 repo / branch / app.py 路徑 → 等 1–2 分鐘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54864" cy="7772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8680" y="5468112"/>
            <a:ext cx="457200" cy="45720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4864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4223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Microsoft JhengHei"/>
              </a:rPr>
              <a:t>拿到永久公開 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72414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https://your-app.streamlit.app — 修改後 push 自動 redeploy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39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10 ·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requirements.txt — 別忘了！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Streamlit Cloud 用這個檔案在 server 上裝套件：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685800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82880" bIns="201168" rtlCol="0" anchor="ctr"/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requirements.txt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streamlit&gt;=1.33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pandas&gt;=2.0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numpy&gt;=1.26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matplotlib&gt;=3.8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423160"/>
            <a:ext cx="38404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80960" y="2423160"/>
            <a:ext cx="54864" cy="18288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2606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A12A"/>
                </a:solidFill>
                <a:latin typeface="Microsoft JhengHei"/>
              </a:rPr>
              <a:t>產生方法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E8B57"/>
                </a:solidFill>
                <a:latin typeface="Consolas"/>
              </a:rPr>
              <a:t>$ pip freeze &gt;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5204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或手寫只列直接 import 的套件版本範圍。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常見錯誤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34F4F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忘了加 requirements.txt → Cloud build 失敗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D34F4F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用 conda 套件名（例如 'pillow'）但 Cloud 跑 pip → 套件名不一定一致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D34F4F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data 太大放 GitHub（&gt;100 MB）→ 改用 hosted 資料或 git-lfs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40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Microsoft JhengHei"/>
              </a:rPr>
              <a:t>常見錯誤 &amp; 正確做法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錯誤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正確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執行模型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34F4F"/>
                          </a:solidFill>
                          <a:latin typeface="Consolas"/>
                        </a:rPr>
                        <a:t>期待 callback / event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8B57"/>
                          </a:solidFill>
                          <a:latin typeface="Consolas"/>
                        </a:rPr>
                        <a:t>接受 every-interaction-rerun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顯示 DataFrame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34F4F"/>
                          </a:solidFill>
                          <a:latin typeface="Microsoft JhengHei"/>
                        </a:rPr>
                        <a:t>print(df)、st.write(df.head())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8B57"/>
                          </a:solidFill>
                          <a:latin typeface="Microsoft JhengHei"/>
                        </a:rPr>
                        <a:t>st.dataframe(df)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顯示 matplotlib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34F4F"/>
                          </a:solidFill>
                          <a:latin typeface="Microsoft JhengHei"/>
                        </a:rPr>
                        <a:t>plt.show()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8B57"/>
                          </a:solidFill>
                          <a:latin typeface="Microsoft JhengHei"/>
                        </a:rPr>
                        <a:t>st.pyplot(fig)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載入大資料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34F4F"/>
                          </a:solidFill>
                          <a:latin typeface="Consolas"/>
                        </a:rPr>
                        <a:t>每次都 pd.read_csv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8B57"/>
                          </a:solidFill>
                          <a:latin typeface="Consolas"/>
                        </a:rPr>
                        <a:t>@st.cache_data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Widget 共用變數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34F4F"/>
                          </a:solidFill>
                          <a:latin typeface="Consolas"/>
                        </a:rPr>
                        <a:t>兩個 widget 都 =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8B57"/>
                          </a:solidFill>
                          <a:latin typeface="Consolas"/>
                        </a:rPr>
                        <a:t>獨立變數名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部署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34F4F"/>
                          </a:solidFill>
                          <a:latin typeface="Consolas"/>
                        </a:rPr>
                        <a:t>忘記 requirements.txt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8B57"/>
                          </a:solidFill>
                          <a:latin typeface="Consolas"/>
                        </a:rPr>
                        <a:t>先寫好 requirements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11 — Streamlit × Cognitive Aging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42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0D9B9B"/>
                </a:solidFill>
                <a:latin typeface="Microsoft JhengHei"/>
              </a:rPr>
              <a:t>謝謝大家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B83"/>
                </a:solidFill>
                <a:latin typeface="Calibri"/>
              </a:rPr>
              <a:t>ACL@NCU · Action &amp; Cognition Laboratory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45 /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3589</Words>
  <Application>Microsoft Office PowerPoint</Application>
  <PresentationFormat>寬螢幕</PresentationFormat>
  <Paragraphs>590</Paragraphs>
  <Slides>40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5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 Chang</cp:lastModifiedBy>
  <cp:revision>2</cp:revision>
  <dcterms:created xsi:type="dcterms:W3CDTF">2013-01-27T09:14:16Z</dcterms:created>
  <dcterms:modified xsi:type="dcterms:W3CDTF">2026-05-06T23:42:46Z</dcterms:modified>
  <cp:category/>
</cp:coreProperties>
</file>