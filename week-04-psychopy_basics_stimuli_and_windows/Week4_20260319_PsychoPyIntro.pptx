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24"/>
  </p:notesMasterIdLst>
  <p:sldIdLst>
    <p:sldId id="356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771" r:id="rId17"/>
    <p:sldId id="772" r:id="rId18"/>
    <p:sldId id="768" r:id="rId19"/>
    <p:sldId id="769" r:id="rId20"/>
    <p:sldId id="774" r:id="rId21"/>
    <p:sldId id="770" r:id="rId22"/>
    <p:sldId id="270" r:id="rId23"/>
  </p:sldIdLst>
  <p:sldSz cx="12192000" cy="6858000"/>
  <p:notesSz cx="6858000" cy="9144000"/>
  <p:custDataLst>
    <p:tags r:id="rId25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等深淺樣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淺色樣式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4996" autoAdjust="0"/>
    <p:restoredTop sz="93963" autoAdjust="0"/>
  </p:normalViewPr>
  <p:slideViewPr>
    <p:cSldViewPr snapToGrid="0">
      <p:cViewPr varScale="1">
        <p:scale>
          <a:sx n="66" d="100"/>
          <a:sy n="66" d="100"/>
        </p:scale>
        <p:origin x="1152" y="4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4529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gs" Target="tags/tag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F197A6-BE36-4D6D-BBE6-9633BE34F474}" type="datetimeFigureOut">
              <a:rPr lang="zh-TW" altLang="en-US" smtClean="0"/>
              <a:t>2026/3/18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C74F81-CD54-4030-AC9C-0ED56CF0AA6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187886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48D7368D-31D9-8101-473D-CD39E706FD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796401" y="3378954"/>
            <a:ext cx="6394567" cy="3479046"/>
          </a:xfrm>
          <a:custGeom>
            <a:avLst/>
            <a:gdLst>
              <a:gd name="connsiteX0" fmla="*/ 5171297 w 6394567"/>
              <a:gd name="connsiteY0" fmla="*/ 284 h 3479046"/>
              <a:gd name="connsiteX1" fmla="*/ 6394290 w 6394567"/>
              <a:gd name="connsiteY1" fmla="*/ 430072 h 3479046"/>
              <a:gd name="connsiteX2" fmla="*/ 6394567 w 6394567"/>
              <a:gd name="connsiteY2" fmla="*/ 430316 h 3479046"/>
              <a:gd name="connsiteX3" fmla="*/ 6394567 w 6394567"/>
              <a:gd name="connsiteY3" fmla="*/ 3479046 h 3479046"/>
              <a:gd name="connsiteX4" fmla="*/ 0 w 6394567"/>
              <a:gd name="connsiteY4" fmla="*/ 3479046 h 3479046"/>
              <a:gd name="connsiteX5" fmla="*/ 3916974 w 6394567"/>
              <a:gd name="connsiteY5" fmla="*/ 405504 h 3479046"/>
              <a:gd name="connsiteX6" fmla="*/ 3959456 w 6394567"/>
              <a:gd name="connsiteY6" fmla="*/ 373857 h 3479046"/>
              <a:gd name="connsiteX7" fmla="*/ 5052215 w 6394567"/>
              <a:gd name="connsiteY7" fmla="*/ 1756 h 3479046"/>
              <a:gd name="connsiteX8" fmla="*/ 5171297 w 6394567"/>
              <a:gd name="connsiteY8" fmla="*/ 284 h 34790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394567" h="3479046">
                <a:moveTo>
                  <a:pt x="5171297" y="284"/>
                </a:moveTo>
                <a:cubicBezTo>
                  <a:pt x="5607674" y="7531"/>
                  <a:pt x="6039042" y="153650"/>
                  <a:pt x="6394290" y="430072"/>
                </a:cubicBezTo>
                <a:lnTo>
                  <a:pt x="6394567" y="430316"/>
                </a:lnTo>
                <a:lnTo>
                  <a:pt x="6394567" y="3479046"/>
                </a:lnTo>
                <a:lnTo>
                  <a:pt x="0" y="3479046"/>
                </a:lnTo>
                <a:lnTo>
                  <a:pt x="3916974" y="405504"/>
                </a:lnTo>
                <a:lnTo>
                  <a:pt x="3959456" y="373857"/>
                </a:lnTo>
                <a:cubicBezTo>
                  <a:pt x="4291086" y="139664"/>
                  <a:pt x="4671097" y="17528"/>
                  <a:pt x="5052215" y="1756"/>
                </a:cubicBezTo>
                <a:cubicBezTo>
                  <a:pt x="5091916" y="114"/>
                  <a:pt x="5131627" y="-375"/>
                  <a:pt x="5171297" y="284"/>
                </a:cubicBezTo>
                <a:close/>
              </a:path>
            </a:pathLst>
          </a:custGeom>
          <a:gradFill>
            <a:gsLst>
              <a:gs pos="39000">
                <a:schemeClr val="bg2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F32C74-82F4-2A29-889B-EF23CEE6AA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66801" y="1122363"/>
            <a:ext cx="6211185" cy="2305246"/>
          </a:xfrm>
        </p:spPr>
        <p:txBody>
          <a:bodyPr anchor="b">
            <a:norm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4ACADD6-278F-604C-8A38-BBBAFC6754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66802" y="3549048"/>
            <a:ext cx="5029198" cy="1956278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43946B-3F5A-C916-B62B-8D5938EA82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479F3A-03C4-4B1C-8AE5-8FD8BC8EDFEC}" type="datetime1">
              <a:rPr lang="en-US" altLang="zh-TW" smtClean="0"/>
              <a:t>3/18/2026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86539F-2DB8-FCDA-C884-9C3CD29B8C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Computers, Programming, &amp; Big Data. 2025 Spring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DAA7B3-5D3B-D493-8F6F-1FEBB8576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11610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EA4769-9A55-AF9B-4CE4-DFA07E711C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3694" y="347181"/>
            <a:ext cx="8886884" cy="95366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E45D9E-DBB4-B890-88D5-B4C03599EC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6741" y="1590157"/>
            <a:ext cx="10381517" cy="443462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E15260-1C0B-A965-3114-D7C40D18BD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5BFA6-A909-4E15-BD17-37683E4F3322}" type="datetime1">
              <a:rPr lang="en-US" altLang="zh-TW" smtClean="0"/>
              <a:t>3/18/2026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AAF4D1-0334-3F24-69B4-06C7BD7426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Computers, Programming, &amp; Big Data. 2025 Spring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8BA76D-3B8B-429D-9B32-54D6A6297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80578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D8D9C414-4A2F-78AF-ED60-6130D4C563B3}"/>
              </a:ext>
            </a:extLst>
          </p:cNvPr>
          <p:cNvSpPr/>
          <p:nvPr/>
        </p:nvSpPr>
        <p:spPr>
          <a:xfrm>
            <a:off x="6284115" y="3378954"/>
            <a:ext cx="5907885" cy="3479046"/>
          </a:xfrm>
          <a:custGeom>
            <a:avLst/>
            <a:gdLst>
              <a:gd name="connsiteX0" fmla="*/ 5171297 w 5907885"/>
              <a:gd name="connsiteY0" fmla="*/ 284 h 3479046"/>
              <a:gd name="connsiteX1" fmla="*/ 5813217 w 5907885"/>
              <a:gd name="connsiteY1" fmla="*/ 114238 h 3479046"/>
              <a:gd name="connsiteX2" fmla="*/ 5907885 w 5907885"/>
              <a:gd name="connsiteY2" fmla="*/ 151524 h 3479046"/>
              <a:gd name="connsiteX3" fmla="*/ 5907885 w 5907885"/>
              <a:gd name="connsiteY3" fmla="*/ 3479046 h 3479046"/>
              <a:gd name="connsiteX4" fmla="*/ 0 w 5907885"/>
              <a:gd name="connsiteY4" fmla="*/ 3479046 h 3479046"/>
              <a:gd name="connsiteX5" fmla="*/ 3916974 w 5907885"/>
              <a:gd name="connsiteY5" fmla="*/ 405504 h 3479046"/>
              <a:gd name="connsiteX6" fmla="*/ 3959456 w 5907885"/>
              <a:gd name="connsiteY6" fmla="*/ 373857 h 3479046"/>
              <a:gd name="connsiteX7" fmla="*/ 5052215 w 5907885"/>
              <a:gd name="connsiteY7" fmla="*/ 1756 h 3479046"/>
              <a:gd name="connsiteX8" fmla="*/ 5171297 w 5907885"/>
              <a:gd name="connsiteY8" fmla="*/ 284 h 34790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907885" h="3479046">
                <a:moveTo>
                  <a:pt x="5171297" y="284"/>
                </a:moveTo>
                <a:cubicBezTo>
                  <a:pt x="5389485" y="3908"/>
                  <a:pt x="5606422" y="42249"/>
                  <a:pt x="5813217" y="114238"/>
                </a:cubicBezTo>
                <a:lnTo>
                  <a:pt x="5907885" y="151524"/>
                </a:lnTo>
                <a:lnTo>
                  <a:pt x="5907885" y="3479046"/>
                </a:lnTo>
                <a:lnTo>
                  <a:pt x="0" y="3479046"/>
                </a:lnTo>
                <a:lnTo>
                  <a:pt x="3916974" y="405504"/>
                </a:lnTo>
                <a:lnTo>
                  <a:pt x="3959456" y="373857"/>
                </a:lnTo>
                <a:cubicBezTo>
                  <a:pt x="4291086" y="139664"/>
                  <a:pt x="4671097" y="17528"/>
                  <a:pt x="5052215" y="1756"/>
                </a:cubicBezTo>
                <a:cubicBezTo>
                  <a:pt x="5091916" y="114"/>
                  <a:pt x="5131627" y="-375"/>
                  <a:pt x="5171297" y="284"/>
                </a:cubicBezTo>
                <a:close/>
              </a:path>
            </a:pathLst>
          </a:custGeom>
          <a:gradFill>
            <a:gsLst>
              <a:gs pos="23000">
                <a:schemeClr val="bg2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13410AE4-7FC7-589E-B6D3-0DA7B5FC5CE3}"/>
              </a:ext>
            </a:extLst>
          </p:cNvPr>
          <p:cNvSpPr/>
          <p:nvPr/>
        </p:nvSpPr>
        <p:spPr>
          <a:xfrm flipH="1" flipV="1">
            <a:off x="0" y="0"/>
            <a:ext cx="2923855" cy="1479128"/>
          </a:xfrm>
          <a:custGeom>
            <a:avLst/>
            <a:gdLst>
              <a:gd name="connsiteX0" fmla="*/ 2923855 w 2923855"/>
              <a:gd name="connsiteY0" fmla="*/ 1479128 h 1479128"/>
              <a:gd name="connsiteX1" fmla="*/ 0 w 2923855"/>
              <a:gd name="connsiteY1" fmla="*/ 1479128 h 1479128"/>
              <a:gd name="connsiteX2" fmla="*/ 1368245 w 2923855"/>
              <a:gd name="connsiteY2" fmla="*/ 405504 h 1479128"/>
              <a:gd name="connsiteX3" fmla="*/ 1410727 w 2923855"/>
              <a:gd name="connsiteY3" fmla="*/ 373857 h 1479128"/>
              <a:gd name="connsiteX4" fmla="*/ 2503486 w 2923855"/>
              <a:gd name="connsiteY4" fmla="*/ 1756 h 1479128"/>
              <a:gd name="connsiteX5" fmla="*/ 2622568 w 2923855"/>
              <a:gd name="connsiteY5" fmla="*/ 284 h 1479128"/>
              <a:gd name="connsiteX6" fmla="*/ 2785835 w 2923855"/>
              <a:gd name="connsiteY6" fmla="*/ 9494 h 1479128"/>
              <a:gd name="connsiteX7" fmla="*/ 2923855 w 2923855"/>
              <a:gd name="connsiteY7" fmla="*/ 28352 h 14791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23855" h="1479128">
                <a:moveTo>
                  <a:pt x="2923855" y="1479128"/>
                </a:moveTo>
                <a:lnTo>
                  <a:pt x="0" y="1479128"/>
                </a:lnTo>
                <a:lnTo>
                  <a:pt x="1368245" y="405504"/>
                </a:lnTo>
                <a:lnTo>
                  <a:pt x="1410727" y="373857"/>
                </a:lnTo>
                <a:cubicBezTo>
                  <a:pt x="1742357" y="139664"/>
                  <a:pt x="2122368" y="17528"/>
                  <a:pt x="2503486" y="1756"/>
                </a:cubicBezTo>
                <a:cubicBezTo>
                  <a:pt x="2543187" y="114"/>
                  <a:pt x="2582898" y="-375"/>
                  <a:pt x="2622568" y="284"/>
                </a:cubicBezTo>
                <a:cubicBezTo>
                  <a:pt x="2677115" y="1190"/>
                  <a:pt x="2731584" y="4266"/>
                  <a:pt x="2785835" y="9494"/>
                </a:cubicBezTo>
                <a:lnTo>
                  <a:pt x="2923855" y="28352"/>
                </a:lnTo>
                <a:close/>
              </a:path>
            </a:pathLst>
          </a:custGeom>
          <a:gradFill>
            <a:gsLst>
              <a:gs pos="33000">
                <a:schemeClr val="bg2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B381CBD-08D9-3C9A-7620-24F2D64048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1709738"/>
            <a:ext cx="6455434" cy="2981274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D5AE2B-1716-CEEC-73F8-E81F591925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66800" y="4759252"/>
            <a:ext cx="5397260" cy="955748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CF3052-6EE8-979F-04FB-1B8DF81F29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833676-1B6B-4BBE-8D4C-954E38BB0491}" type="datetime1">
              <a:rPr lang="en-US" altLang="zh-TW" smtClean="0"/>
              <a:t>3/18/2026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986285-161A-6869-27C2-0A159C2344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Computers, Programming, &amp; Big Data. 2025 Spring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7ED64F-5DAB-238D-C34A-1DCCB12221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61430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F484D0-7460-7B08-F1EE-96EABE4021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6522" y="181239"/>
            <a:ext cx="10092477" cy="95366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80B7F9-8ECB-7079-A11E-51D3903E2B1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16521" y="1484295"/>
            <a:ext cx="5177899" cy="4654766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E97161-CAF5-CA48-D814-7ACD43AB99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21652" y="1476480"/>
            <a:ext cx="5177899" cy="4654766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3BD680-4E7A-5155-3CAE-6BD44EE8BA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37526-C717-4892-B54A-A9E2325524B8}" type="datetime1">
              <a:rPr lang="en-US" altLang="zh-TW" smtClean="0"/>
              <a:t>3/18/2026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6A152D-EFF2-B3AA-3F25-14E1136734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Computers, Programming, &amp; Big Data. 2025 Spring</a:t>
            </a: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BD6032-FD7A-BFFD-9BE5-48EDBEFBD1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62764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47F4D-4855-340E-03F3-4860885EC6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963283"/>
            <a:ext cx="10096500" cy="91600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CEB472-7426-C288-B5F6-0A1232DCED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66801" y="1879287"/>
            <a:ext cx="4739628" cy="582117"/>
          </a:xfrm>
        </p:spPr>
        <p:txBody>
          <a:bodyPr anchor="b">
            <a:noAutofit/>
          </a:bodyPr>
          <a:lstStyle>
            <a:lvl1pPr marL="0" indent="0">
              <a:buNone/>
              <a:defRPr sz="1400" b="1" cap="all" spc="25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194F9C-B6FA-97C3-F618-0CF956CB53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66801" y="2505075"/>
            <a:ext cx="4739628" cy="33896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8F5665C-7910-AFA2-350F-42C06ED5AF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00330" y="1879287"/>
            <a:ext cx="4762970" cy="582117"/>
          </a:xfrm>
        </p:spPr>
        <p:txBody>
          <a:bodyPr anchor="b">
            <a:noAutofit/>
          </a:bodyPr>
          <a:lstStyle>
            <a:lvl1pPr marL="0" indent="0">
              <a:buNone/>
              <a:defRPr sz="1400" b="1" cap="all" spc="25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D71352E-1DE0-F0CD-6F81-1D8FF59C2B0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00330" y="2505075"/>
            <a:ext cx="4762970" cy="33896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D38F7E4-7D9E-4736-3269-4F0C469961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4B1B73-38BC-436D-8EE6-E273345841B6}" type="datetime1">
              <a:rPr lang="en-US" altLang="zh-TW" smtClean="0"/>
              <a:t>3/18/2026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8386CF-9A84-8D2A-BC47-C951DD994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Computers, Programming, &amp; Big Data. 2025 Spring</a:t>
            </a:r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980844D-FE1F-49E7-3BBD-527FB72ECD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2048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EF691C-93A5-1364-00A9-A470C289F3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4431" y="606946"/>
            <a:ext cx="8886884" cy="1043078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E055BD-4154-B9D1-0B5B-B1E3A06B6B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B717CB-8512-4BB3-8685-CAA32E7FBC3C}" type="datetime1">
              <a:rPr lang="en-US" altLang="zh-TW" smtClean="0"/>
              <a:t>3/18/2026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2A9E4A-03D1-7A8B-233D-014A3248F0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Computers, Programming, &amp; Big Data. 2025 Spring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82CEFC4-D276-DF45-F395-F5BD2EA70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54634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712C0AD-76F4-FCE4-2717-0A9AA4351B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30070-0EA1-4A0D-8F4A-D7975CE73EDC}" type="datetime1">
              <a:rPr lang="en-US" altLang="zh-TW" smtClean="0"/>
              <a:t>3/18/2026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E83BB66-3F41-7F1D-5108-B3F679A88E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Computers, Programming, &amp; Big Data. 2025 Spring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AA6DA0-07AE-4BE4-B82F-7936D0E3E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59822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CBFB75-C953-0BD0-4E2E-7177674262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770626"/>
            <a:ext cx="3705225" cy="1286774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E1AA52-60F3-40F2-673B-5848F4253F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75426"/>
            <a:ext cx="5980112" cy="476837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0167E8-C561-5A72-AED3-442F66DDEE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66800" y="2057400"/>
            <a:ext cx="370522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DBFED3-7CB3-1B8B-9504-13A121CAD0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9B61D9-77D5-4763-AC3C-234694E90E17}" type="datetime1">
              <a:rPr lang="en-US" altLang="zh-TW" smtClean="0"/>
              <a:t>3/18/2026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2456C9-19A0-4441-B1AF-B7AFBF642F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Computers, Programming, &amp; Big Data. 2025 Spring</a:t>
            </a: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8898EA-84CC-411C-0012-D314953696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7058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AC1E10-1458-2553-05B4-313F7E26D2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782128"/>
            <a:ext cx="3705225" cy="1275272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3C0F677-F177-6DED-1920-685B9D9FF2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143000"/>
            <a:ext cx="5980112" cy="45720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4D1CB1-2109-480E-8904-4077C94D6E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66800" y="2057400"/>
            <a:ext cx="3705225" cy="36576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B0DB38-7CB9-2140-BC21-6D2E7DD0B6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A18C68-2AD3-4F03-96E0-FA5130A87C35}" type="datetime1">
              <a:rPr lang="en-US" altLang="zh-TW" smtClean="0"/>
              <a:t>3/18/2026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B448AD-3B1D-4B5E-CAB9-BB5FD2CDEB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Computers, Programming, &amp; Big Data. 2025 Spring</a:t>
            </a: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EEF53D-CF5A-87A2-E973-3B8CCDEBA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42501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650D2E-0561-F284-F89A-AAE3CD09AC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936841"/>
            <a:ext cx="10239338" cy="95366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657C4C-16EC-2477-6332-830F53011D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069848" y="2139696"/>
            <a:ext cx="10239338" cy="367768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0940D3-6996-1C08-F1AF-87C3546579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E180E-6827-4A87-80C3-07C58CD3A140}" type="datetime1">
              <a:rPr lang="en-US" altLang="zh-TW" smtClean="0"/>
              <a:t>3/18/2026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3676C3-588F-B636-8CE0-AA2CBFBCE9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Computers, Programming, &amp; Big Data. 2025 Spring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CEF8A9-EB1E-B344-A4B8-B58D06336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95283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EF3A28-33E4-2796-AE7A-1234569F5CE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844950" y="1081177"/>
            <a:ext cx="2508849" cy="463382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D185FC-2BBB-E997-A5CD-F2C6CF6B7C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066800" y="1081177"/>
            <a:ext cx="7505700" cy="463382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314B3C-96CD-071C-C2AD-2C7E04F819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69576-551E-420E-B928-DD4922C9618D}" type="datetime1">
              <a:rPr lang="en-US" altLang="zh-TW" smtClean="0"/>
              <a:t>3/18/2026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AA2B04-F5E0-C5A3-C77D-6AE9A9E913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Computers, Programming, &amp; Big Data. 2025 Spring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155BC2-C712-C4A4-50EC-E10D883443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16535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1F4A25-A386-9574-775C-E5E5F9FC35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936841"/>
            <a:ext cx="8886884" cy="95366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F7885F-2B7B-74DB-9996-E0ACEBC9DB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69848" y="2139696"/>
            <a:ext cx="8883836" cy="36776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04F519-BA47-2B81-CC1C-7E1F119EC69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477379" y="4629744"/>
            <a:ext cx="26535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6329A6EE-4D16-488F-9F14-27146B16CAB9}" type="datetime1">
              <a:rPr lang="en-US" altLang="zh-TW" smtClean="0"/>
              <a:t>3/18/2026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952D7B-C352-1630-4C3D-7D5983C04D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610602" y="6318446"/>
            <a:ext cx="274319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 altLang="zh-TW"/>
              <a:t>Computers, Programming, &amp; Big Data. 2025 Spring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6E04F0-DF9B-480B-CC46-BAE7A81FB7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6318446"/>
            <a:ext cx="61569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1">
                <a:solidFill>
                  <a:schemeClr val="tx1"/>
                </a:solidFill>
              </a:defRPr>
            </a:lvl1pPr>
          </a:lstStyle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02063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2" r:id="rId2"/>
    <p:sldLayoutId id="2147483681" r:id="rId3"/>
    <p:sldLayoutId id="2147483680" r:id="rId4"/>
    <p:sldLayoutId id="2147483679" r:id="rId5"/>
    <p:sldLayoutId id="2147483678" r:id="rId6"/>
    <p:sldLayoutId id="2147483677" r:id="rId7"/>
    <p:sldLayoutId id="2147483676" r:id="rId8"/>
    <p:sldLayoutId id="2147483675" r:id="rId9"/>
    <p:sldLayoutId id="2147483674" r:id="rId10"/>
    <p:sldLayoutId id="2147483673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defTabSz="914400" rtl="0" eaLnBrk="1" latinLnBrk="0" hangingPunct="1">
        <a:lnSpc>
          <a:spcPct val="120000"/>
        </a:lnSpc>
        <a:spcBef>
          <a:spcPts val="500"/>
        </a:spcBef>
        <a:buFont typeface="Neue Haas Grotesk Text Pro" panose="020B0504020202020204" pitchFamily="34" charset="0"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77724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Neue Haas Grotesk Text Pro" panose="020B0504020202020204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09728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jp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psychopy.org/api/api.html" TargetMode="External"/><Relationship Id="rId3" Type="http://schemas.openxmlformats.org/officeDocument/2006/relationships/image" Target="../media/image14.png"/><Relationship Id="rId7" Type="http://schemas.openxmlformats.org/officeDocument/2006/relationships/image" Target="../media/image17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hyperlink" Target="https://www.psychopy.org/PsychoPyManual.pdf" TargetMode="External"/><Relationship Id="rId10" Type="http://schemas.openxmlformats.org/officeDocument/2006/relationships/image" Target="../media/image19.jpg"/><Relationship Id="rId4" Type="http://schemas.openxmlformats.org/officeDocument/2006/relationships/image" Target="../media/image15.png"/><Relationship Id="rId9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11" Type="http://schemas.openxmlformats.org/officeDocument/2006/relationships/image" Target="../media/image29.png"/><Relationship Id="rId5" Type="http://schemas.openxmlformats.org/officeDocument/2006/relationships/image" Target="../media/image23.png"/><Relationship Id="rId10" Type="http://schemas.openxmlformats.org/officeDocument/2006/relationships/image" Target="../media/image28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Relationship Id="rId9" Type="http://schemas.openxmlformats.org/officeDocument/2006/relationships/image" Target="../media/image3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31.png"/><Relationship Id="rId7" Type="http://schemas.openxmlformats.org/officeDocument/2006/relationships/image" Target="../media/image4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3" Type="http://schemas.openxmlformats.org/officeDocument/2006/relationships/image" Target="../media/image43.png"/><Relationship Id="rId7" Type="http://schemas.openxmlformats.org/officeDocument/2006/relationships/image" Target="../media/image47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44.png"/><Relationship Id="rId7" Type="http://schemas.openxmlformats.org/officeDocument/2006/relationships/image" Target="../media/image52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1.png"/><Relationship Id="rId11" Type="http://schemas.openxmlformats.org/officeDocument/2006/relationships/image" Target="../media/image48.png"/><Relationship Id="rId5" Type="http://schemas.openxmlformats.org/officeDocument/2006/relationships/image" Target="../media/image50.jpg"/><Relationship Id="rId10" Type="http://schemas.openxmlformats.org/officeDocument/2006/relationships/image" Target="../media/image47.png"/><Relationship Id="rId4" Type="http://schemas.openxmlformats.org/officeDocument/2006/relationships/image" Target="../media/image49.png"/><Relationship Id="rId9" Type="http://schemas.openxmlformats.org/officeDocument/2006/relationships/image" Target="../media/image4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7" Type="http://schemas.openxmlformats.org/officeDocument/2006/relationships/image" Target="../media/image45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52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3" Type="http://schemas.openxmlformats.org/officeDocument/2006/relationships/image" Target="../media/image52.png"/><Relationship Id="rId7" Type="http://schemas.openxmlformats.org/officeDocument/2006/relationships/image" Target="../media/image55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4.png"/><Relationship Id="rId5" Type="http://schemas.openxmlformats.org/officeDocument/2006/relationships/image" Target="../media/image47.png"/><Relationship Id="rId10" Type="http://schemas.openxmlformats.org/officeDocument/2006/relationships/image" Target="../media/image58.png"/><Relationship Id="rId4" Type="http://schemas.openxmlformats.org/officeDocument/2006/relationships/image" Target="../media/image53.png"/><Relationship Id="rId9" Type="http://schemas.openxmlformats.org/officeDocument/2006/relationships/image" Target="../media/image57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png"/><Relationship Id="rId13" Type="http://schemas.openxmlformats.org/officeDocument/2006/relationships/image" Target="../media/image70.png"/><Relationship Id="rId18" Type="http://schemas.openxmlformats.org/officeDocument/2006/relationships/image" Target="../media/image75.png"/><Relationship Id="rId3" Type="http://schemas.openxmlformats.org/officeDocument/2006/relationships/image" Target="../media/image60.png"/><Relationship Id="rId7" Type="http://schemas.openxmlformats.org/officeDocument/2006/relationships/image" Target="../media/image64.png"/><Relationship Id="rId12" Type="http://schemas.openxmlformats.org/officeDocument/2006/relationships/image" Target="../media/image69.png"/><Relationship Id="rId17" Type="http://schemas.openxmlformats.org/officeDocument/2006/relationships/image" Target="../media/image74.png"/><Relationship Id="rId2" Type="http://schemas.openxmlformats.org/officeDocument/2006/relationships/image" Target="../media/image59.png"/><Relationship Id="rId16" Type="http://schemas.openxmlformats.org/officeDocument/2006/relationships/image" Target="../media/image7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3.png"/><Relationship Id="rId11" Type="http://schemas.openxmlformats.org/officeDocument/2006/relationships/image" Target="../media/image68.png"/><Relationship Id="rId5" Type="http://schemas.openxmlformats.org/officeDocument/2006/relationships/image" Target="../media/image62.png"/><Relationship Id="rId15" Type="http://schemas.openxmlformats.org/officeDocument/2006/relationships/image" Target="../media/image72.png"/><Relationship Id="rId10" Type="http://schemas.openxmlformats.org/officeDocument/2006/relationships/image" Target="../media/image67.png"/><Relationship Id="rId4" Type="http://schemas.openxmlformats.org/officeDocument/2006/relationships/image" Target="../media/image61.png"/><Relationship Id="rId9" Type="http://schemas.openxmlformats.org/officeDocument/2006/relationships/image" Target="../media/image66.png"/><Relationship Id="rId14" Type="http://schemas.openxmlformats.org/officeDocument/2006/relationships/image" Target="../media/image71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2.png"/><Relationship Id="rId3" Type="http://schemas.openxmlformats.org/officeDocument/2006/relationships/image" Target="../media/image77.png"/><Relationship Id="rId7" Type="http://schemas.openxmlformats.org/officeDocument/2006/relationships/image" Target="../media/image81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0.png"/><Relationship Id="rId5" Type="http://schemas.openxmlformats.org/officeDocument/2006/relationships/image" Target="../media/image79.png"/><Relationship Id="rId10" Type="http://schemas.openxmlformats.org/officeDocument/2006/relationships/image" Target="../media/image84.png"/><Relationship Id="rId4" Type="http://schemas.openxmlformats.org/officeDocument/2006/relationships/image" Target="../media/image78.png"/><Relationship Id="rId9" Type="http://schemas.openxmlformats.org/officeDocument/2006/relationships/image" Target="../media/image83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1.png"/><Relationship Id="rId13" Type="http://schemas.openxmlformats.org/officeDocument/2006/relationships/image" Target="../media/image96.png"/><Relationship Id="rId3" Type="http://schemas.openxmlformats.org/officeDocument/2006/relationships/image" Target="../media/image86.png"/><Relationship Id="rId7" Type="http://schemas.openxmlformats.org/officeDocument/2006/relationships/image" Target="../media/image90.png"/><Relationship Id="rId12" Type="http://schemas.openxmlformats.org/officeDocument/2006/relationships/image" Target="../media/image95.png"/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9.png"/><Relationship Id="rId11" Type="http://schemas.openxmlformats.org/officeDocument/2006/relationships/image" Target="../media/image94.png"/><Relationship Id="rId5" Type="http://schemas.openxmlformats.org/officeDocument/2006/relationships/image" Target="../media/image88.png"/><Relationship Id="rId15" Type="http://schemas.openxmlformats.org/officeDocument/2006/relationships/image" Target="../media/image98.png"/><Relationship Id="rId10" Type="http://schemas.openxmlformats.org/officeDocument/2006/relationships/image" Target="../media/image93.png"/><Relationship Id="rId4" Type="http://schemas.openxmlformats.org/officeDocument/2006/relationships/image" Target="../media/image87.png"/><Relationship Id="rId9" Type="http://schemas.openxmlformats.org/officeDocument/2006/relationships/image" Target="../media/image92.png"/><Relationship Id="rId14" Type="http://schemas.openxmlformats.org/officeDocument/2006/relationships/image" Target="../media/image97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2.png"/><Relationship Id="rId3" Type="http://schemas.openxmlformats.org/officeDocument/2006/relationships/image" Target="../media/image77.png"/><Relationship Id="rId7" Type="http://schemas.openxmlformats.org/officeDocument/2006/relationships/image" Target="../media/image81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0.png"/><Relationship Id="rId5" Type="http://schemas.openxmlformats.org/officeDocument/2006/relationships/image" Target="../media/image99.png"/><Relationship Id="rId10" Type="http://schemas.openxmlformats.org/officeDocument/2006/relationships/image" Target="../media/image84.png"/><Relationship Id="rId4" Type="http://schemas.openxmlformats.org/officeDocument/2006/relationships/image" Target="../media/image78.png"/><Relationship Id="rId9" Type="http://schemas.openxmlformats.org/officeDocument/2006/relationships/image" Target="../media/image8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3" descr="天空中的彩色圖案">
            <a:extLst>
              <a:ext uri="{FF2B5EF4-FFF2-40B4-BE49-F238E27FC236}">
                <a16:creationId xmlns:a16="http://schemas.microsoft.com/office/drawing/2014/main" id="{ED98725C-038E-6A06-4C58-01CA646CCD9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538" b="10193"/>
          <a:stretch/>
        </p:blipFill>
        <p:spPr>
          <a:xfrm>
            <a:off x="20" y="10"/>
            <a:ext cx="12191979" cy="6857989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D74E6BD4-9370-439F-94BB-34169C1261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36913" y="4906317"/>
            <a:ext cx="9216167" cy="1232744"/>
          </a:xfrm>
        </p:spPr>
        <p:txBody>
          <a:bodyPr anchor="ctr">
            <a:normAutofit/>
          </a:bodyPr>
          <a:lstStyle/>
          <a:p>
            <a:pPr algn="r"/>
            <a:r>
              <a:rPr lang="en-US" altLang="zh-TW" sz="3200" dirty="0"/>
              <a:t>Foundations of Experiments in Psychology</a:t>
            </a:r>
            <a:br>
              <a:rPr lang="en-US" altLang="zh-TW" sz="3200" dirty="0"/>
            </a:br>
            <a:r>
              <a:rPr lang="en-US" altLang="zh-TW" sz="3200" dirty="0" err="1"/>
              <a:t>Psychopy</a:t>
            </a:r>
            <a:r>
              <a:rPr lang="en-US" altLang="zh-TW" sz="3200" dirty="0"/>
              <a:t> Coder</a:t>
            </a:r>
            <a:endParaRPr lang="zh-TW" altLang="en-US" sz="3200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1F3D1A53-2BC1-6F24-5CC4-46EA5C265D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10281" y="3847907"/>
            <a:ext cx="3129921" cy="1010882"/>
          </a:xfrm>
        </p:spPr>
        <p:txBody>
          <a:bodyPr anchor="b">
            <a:normAutofit fontScale="85000" lnSpcReduction="20000"/>
          </a:bodyPr>
          <a:lstStyle/>
          <a:p>
            <a:pPr algn="ctr"/>
            <a:r>
              <a:rPr lang="en-US" altLang="zh-TW" dirty="0"/>
              <a:t>NS5116</a:t>
            </a:r>
          </a:p>
          <a:p>
            <a:r>
              <a:rPr lang="zh-TW" altLang="zh-TW" b="1" dirty="0"/>
              <a:t>電腦硬體與程式語言在行為科學實驗與大數據分析之應用</a:t>
            </a:r>
            <a:endParaRPr lang="zh-TW" altLang="zh-TW" dirty="0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ECC6E18B-DBDF-ADE3-AE6C-175FCBE7BE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Computers, Programming, &amp; Big Data. 2025 Spring</a:t>
            </a:r>
            <a:endParaRPr lang="en-US" dirty="0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4559D671-9BE8-890D-315E-3958C17E59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1</a:t>
            </a:fld>
            <a:endParaRPr lang="en-US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3C59FDAF-84C2-BC99-6F5C-BF3AD618D8DA}"/>
              </a:ext>
            </a:extLst>
          </p:cNvPr>
          <p:cNvSpPr txBox="1"/>
          <p:nvPr/>
        </p:nvSpPr>
        <p:spPr>
          <a:xfrm>
            <a:off x="429935" y="5677396"/>
            <a:ext cx="609460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/>
              <a:t>2025-03-13</a:t>
            </a:r>
          </a:p>
          <a:p>
            <a:r>
              <a:rPr lang="zh-TW" altLang="en-US" dirty="0"/>
              <a:t>講師：張智宏</a:t>
            </a:r>
            <a:endParaRPr lang="en-US" altLang="zh-TW" dirty="0"/>
          </a:p>
          <a:p>
            <a:r>
              <a:rPr lang="zh-TW" altLang="en-US" dirty="0"/>
              <a:t>教室</a:t>
            </a:r>
            <a:r>
              <a:rPr lang="en-US" altLang="zh-TW" dirty="0"/>
              <a:t>: S5-Ideabrain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7409238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80174" y="2150175"/>
            <a:ext cx="5391149" cy="228599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3170699" y="4800008"/>
            <a:ext cx="3302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Arial"/>
                <a:cs typeface="Arial"/>
              </a:rPr>
              <a:t>…</a:t>
            </a:r>
            <a:endParaRPr sz="24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567674" y="4909148"/>
            <a:ext cx="5045868" cy="26268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3839" y="902867"/>
            <a:ext cx="3923460" cy="305246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044274" y="2161875"/>
            <a:ext cx="7511576" cy="425134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93998" y="2115665"/>
            <a:ext cx="1531802" cy="21014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80228" y="3202110"/>
            <a:ext cx="1438054" cy="210145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2746712" y="2239862"/>
            <a:ext cx="2603500" cy="1101090"/>
            <a:chOff x="2746712" y="2239862"/>
            <a:chExt cx="2603500" cy="1101090"/>
          </a:xfrm>
        </p:grpSpPr>
        <p:sp>
          <p:nvSpPr>
            <p:cNvPr id="7" name="object 7"/>
            <p:cNvSpPr/>
            <p:nvPr/>
          </p:nvSpPr>
          <p:spPr>
            <a:xfrm>
              <a:off x="2751475" y="2244625"/>
              <a:ext cx="2554605" cy="1074420"/>
            </a:xfrm>
            <a:custGeom>
              <a:avLst/>
              <a:gdLst/>
              <a:ahLst/>
              <a:cxnLst/>
              <a:rect l="l" t="t" r="r" b="b"/>
              <a:pathLst>
                <a:path w="2554604" h="1074420">
                  <a:moveTo>
                    <a:pt x="0" y="0"/>
                  </a:moveTo>
                  <a:lnTo>
                    <a:pt x="2554020" y="1074340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299395" y="3304463"/>
              <a:ext cx="46355" cy="31750"/>
            </a:xfrm>
            <a:custGeom>
              <a:avLst/>
              <a:gdLst/>
              <a:ahLst/>
              <a:cxnLst/>
              <a:rect l="l" t="t" r="r" b="b"/>
              <a:pathLst>
                <a:path w="46354" h="31750">
                  <a:moveTo>
                    <a:pt x="45944" y="31261"/>
                  </a:moveTo>
                  <a:lnTo>
                    <a:pt x="0" y="29003"/>
                  </a:lnTo>
                  <a:lnTo>
                    <a:pt x="12200" y="0"/>
                  </a:lnTo>
                  <a:lnTo>
                    <a:pt x="45944" y="3126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299395" y="3304463"/>
              <a:ext cx="46355" cy="31750"/>
            </a:xfrm>
            <a:custGeom>
              <a:avLst/>
              <a:gdLst/>
              <a:ahLst/>
              <a:cxnLst/>
              <a:rect l="l" t="t" r="r" b="b"/>
              <a:pathLst>
                <a:path w="46354" h="31750">
                  <a:moveTo>
                    <a:pt x="0" y="29003"/>
                  </a:moveTo>
                  <a:lnTo>
                    <a:pt x="45944" y="31261"/>
                  </a:lnTo>
                  <a:lnTo>
                    <a:pt x="12200" y="0"/>
                  </a:lnTo>
                  <a:lnTo>
                    <a:pt x="0" y="29003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" name="object 10"/>
          <p:cNvGrpSpPr/>
          <p:nvPr/>
        </p:nvGrpSpPr>
        <p:grpSpPr>
          <a:xfrm>
            <a:off x="2612237" y="3398387"/>
            <a:ext cx="4795520" cy="822325"/>
            <a:chOff x="2612237" y="3398387"/>
            <a:chExt cx="4795520" cy="822325"/>
          </a:xfrm>
        </p:grpSpPr>
        <p:sp>
          <p:nvSpPr>
            <p:cNvPr id="11" name="object 11"/>
            <p:cNvSpPr/>
            <p:nvPr/>
          </p:nvSpPr>
          <p:spPr>
            <a:xfrm>
              <a:off x="2616999" y="3403150"/>
              <a:ext cx="4743450" cy="797560"/>
            </a:xfrm>
            <a:custGeom>
              <a:avLst/>
              <a:gdLst/>
              <a:ahLst/>
              <a:cxnLst/>
              <a:rect l="l" t="t" r="r" b="b"/>
              <a:pathLst>
                <a:path w="4743450" h="797560">
                  <a:moveTo>
                    <a:pt x="0" y="0"/>
                  </a:moveTo>
                  <a:lnTo>
                    <a:pt x="4743340" y="797227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7357732" y="4184862"/>
              <a:ext cx="45720" cy="31115"/>
            </a:xfrm>
            <a:custGeom>
              <a:avLst/>
              <a:gdLst/>
              <a:ahLst/>
              <a:cxnLst/>
              <a:rect l="l" t="t" r="r" b="b"/>
              <a:pathLst>
                <a:path w="45720" h="31114">
                  <a:moveTo>
                    <a:pt x="0" y="31029"/>
                  </a:moveTo>
                  <a:lnTo>
                    <a:pt x="5215" y="0"/>
                  </a:lnTo>
                  <a:lnTo>
                    <a:pt x="45235" y="22679"/>
                  </a:lnTo>
                  <a:lnTo>
                    <a:pt x="0" y="3102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7357732" y="4184862"/>
              <a:ext cx="45720" cy="31115"/>
            </a:xfrm>
            <a:custGeom>
              <a:avLst/>
              <a:gdLst/>
              <a:ahLst/>
              <a:cxnLst/>
              <a:rect l="l" t="t" r="r" b="b"/>
              <a:pathLst>
                <a:path w="45720" h="31114">
                  <a:moveTo>
                    <a:pt x="0" y="31029"/>
                  </a:moveTo>
                  <a:lnTo>
                    <a:pt x="45235" y="22679"/>
                  </a:lnTo>
                  <a:lnTo>
                    <a:pt x="5215" y="0"/>
                  </a:lnTo>
                  <a:lnTo>
                    <a:pt x="0" y="31029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4" name="object 14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845165" y="4772695"/>
            <a:ext cx="2026964" cy="130819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853896" y="4953670"/>
            <a:ext cx="1864692" cy="130819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850622" y="5134645"/>
            <a:ext cx="1753865" cy="130819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9300899" y="3934695"/>
            <a:ext cx="1756395" cy="130819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9293507" y="4115968"/>
            <a:ext cx="850428" cy="104923"/>
          </a:xfrm>
          <a:prstGeom prst="rect">
            <a:avLst/>
          </a:prstGeom>
        </p:spPr>
      </p:pic>
      <p:grpSp>
        <p:nvGrpSpPr>
          <p:cNvPr id="19" name="object 19"/>
          <p:cNvGrpSpPr/>
          <p:nvPr/>
        </p:nvGrpSpPr>
        <p:grpSpPr>
          <a:xfrm>
            <a:off x="9520187" y="3405103"/>
            <a:ext cx="737235" cy="406400"/>
            <a:chOff x="9520187" y="3405103"/>
            <a:chExt cx="737235" cy="406400"/>
          </a:xfrm>
        </p:grpSpPr>
        <p:sp>
          <p:nvSpPr>
            <p:cNvPr id="20" name="object 20"/>
            <p:cNvSpPr/>
            <p:nvPr/>
          </p:nvSpPr>
          <p:spPr>
            <a:xfrm>
              <a:off x="9562901" y="3430557"/>
              <a:ext cx="689610" cy="375920"/>
            </a:xfrm>
            <a:custGeom>
              <a:avLst/>
              <a:gdLst/>
              <a:ahLst/>
              <a:cxnLst/>
              <a:rect l="l" t="t" r="r" b="b"/>
              <a:pathLst>
                <a:path w="689609" h="375920">
                  <a:moveTo>
                    <a:pt x="689323" y="375842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9524950" y="3409865"/>
              <a:ext cx="45720" cy="34925"/>
            </a:xfrm>
            <a:custGeom>
              <a:avLst/>
              <a:gdLst/>
              <a:ahLst/>
              <a:cxnLst/>
              <a:rect l="l" t="t" r="r" b="b"/>
              <a:pathLst>
                <a:path w="45720" h="34925">
                  <a:moveTo>
                    <a:pt x="30419" y="34505"/>
                  </a:moveTo>
                  <a:lnTo>
                    <a:pt x="0" y="0"/>
                  </a:lnTo>
                  <a:lnTo>
                    <a:pt x="45481" y="6879"/>
                  </a:lnTo>
                  <a:lnTo>
                    <a:pt x="30419" y="3450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9524950" y="3409865"/>
              <a:ext cx="45720" cy="34925"/>
            </a:xfrm>
            <a:custGeom>
              <a:avLst/>
              <a:gdLst/>
              <a:ahLst/>
              <a:cxnLst/>
              <a:rect l="l" t="t" r="r" b="b"/>
              <a:pathLst>
                <a:path w="45720" h="34925">
                  <a:moveTo>
                    <a:pt x="45481" y="6879"/>
                  </a:moveTo>
                  <a:lnTo>
                    <a:pt x="0" y="0"/>
                  </a:lnTo>
                  <a:lnTo>
                    <a:pt x="30419" y="34505"/>
                  </a:lnTo>
                  <a:lnTo>
                    <a:pt x="45481" y="6879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3839" y="902867"/>
            <a:ext cx="4200091" cy="305246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80455" y="2114623"/>
            <a:ext cx="2818060" cy="211187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212465" y="2956842"/>
            <a:ext cx="76200" cy="31115"/>
          </a:xfrm>
          <a:custGeom>
            <a:avLst/>
            <a:gdLst/>
            <a:ahLst/>
            <a:cxnLst/>
            <a:rect l="l" t="t" r="r" b="b"/>
            <a:pathLst>
              <a:path w="76200" h="31114">
                <a:moveTo>
                  <a:pt x="71288" y="30658"/>
                </a:moveTo>
                <a:lnTo>
                  <a:pt x="4514" y="30658"/>
                </a:lnTo>
                <a:lnTo>
                  <a:pt x="2728" y="29517"/>
                </a:lnTo>
                <a:lnTo>
                  <a:pt x="545" y="24854"/>
                </a:lnTo>
                <a:lnTo>
                  <a:pt x="0" y="20835"/>
                </a:lnTo>
                <a:lnTo>
                  <a:pt x="0" y="9624"/>
                </a:lnTo>
                <a:lnTo>
                  <a:pt x="545" y="5704"/>
                </a:lnTo>
                <a:lnTo>
                  <a:pt x="2728" y="1140"/>
                </a:lnTo>
                <a:lnTo>
                  <a:pt x="4514" y="0"/>
                </a:lnTo>
                <a:lnTo>
                  <a:pt x="70098" y="0"/>
                </a:lnTo>
                <a:lnTo>
                  <a:pt x="75753" y="12402"/>
                </a:lnTo>
                <a:lnTo>
                  <a:pt x="75753" y="15180"/>
                </a:lnTo>
                <a:lnTo>
                  <a:pt x="75753" y="20935"/>
                </a:lnTo>
                <a:lnTo>
                  <a:pt x="75207" y="24953"/>
                </a:lnTo>
                <a:lnTo>
                  <a:pt x="73024" y="29517"/>
                </a:lnTo>
                <a:lnTo>
                  <a:pt x="71288" y="3065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46584" y="2839714"/>
            <a:ext cx="2188368" cy="261193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3891371" y="2828105"/>
            <a:ext cx="6057900" cy="273685"/>
            <a:chOff x="3891371" y="2828105"/>
            <a:chExt cx="6057900" cy="273685"/>
          </a:xfrm>
        </p:grpSpPr>
        <p:pic>
          <p:nvPicPr>
            <p:cNvPr id="7" name="object 7">
              <a:hlinkClick r:id="rId5"/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914142" y="2828105"/>
              <a:ext cx="6034732" cy="273099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3891371" y="3066694"/>
              <a:ext cx="6054725" cy="27940"/>
            </a:xfrm>
            <a:custGeom>
              <a:avLst/>
              <a:gdLst/>
              <a:ahLst/>
              <a:cxnLst/>
              <a:rect l="l" t="t" r="r" b="b"/>
              <a:pathLst>
                <a:path w="6054725" h="27939">
                  <a:moveTo>
                    <a:pt x="6054476" y="27431"/>
                  </a:moveTo>
                  <a:lnTo>
                    <a:pt x="0" y="27431"/>
                  </a:lnTo>
                  <a:lnTo>
                    <a:pt x="0" y="0"/>
                  </a:lnTo>
                  <a:lnTo>
                    <a:pt x="6054476" y="0"/>
                  </a:lnTo>
                  <a:lnTo>
                    <a:pt x="6054476" y="27431"/>
                  </a:lnTo>
                  <a:close/>
                </a:path>
              </a:pathLst>
            </a:custGeom>
            <a:solidFill>
              <a:srgbClr val="0563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/>
          <p:nvPr/>
        </p:nvSpPr>
        <p:spPr>
          <a:xfrm>
            <a:off x="1212465" y="3680741"/>
            <a:ext cx="76200" cy="31115"/>
          </a:xfrm>
          <a:custGeom>
            <a:avLst/>
            <a:gdLst/>
            <a:ahLst/>
            <a:cxnLst/>
            <a:rect l="l" t="t" r="r" b="b"/>
            <a:pathLst>
              <a:path w="76200" h="31114">
                <a:moveTo>
                  <a:pt x="71288" y="30658"/>
                </a:moveTo>
                <a:lnTo>
                  <a:pt x="4514" y="30658"/>
                </a:lnTo>
                <a:lnTo>
                  <a:pt x="2728" y="29517"/>
                </a:lnTo>
                <a:lnTo>
                  <a:pt x="545" y="24854"/>
                </a:lnTo>
                <a:lnTo>
                  <a:pt x="0" y="20835"/>
                </a:lnTo>
                <a:lnTo>
                  <a:pt x="0" y="9624"/>
                </a:lnTo>
                <a:lnTo>
                  <a:pt x="545" y="5705"/>
                </a:lnTo>
                <a:lnTo>
                  <a:pt x="2728" y="1140"/>
                </a:lnTo>
                <a:lnTo>
                  <a:pt x="4514" y="0"/>
                </a:lnTo>
                <a:lnTo>
                  <a:pt x="70098" y="0"/>
                </a:lnTo>
                <a:lnTo>
                  <a:pt x="75753" y="12402"/>
                </a:lnTo>
                <a:lnTo>
                  <a:pt x="75753" y="15180"/>
                </a:lnTo>
                <a:lnTo>
                  <a:pt x="75753" y="20935"/>
                </a:lnTo>
                <a:lnTo>
                  <a:pt x="75207" y="24953"/>
                </a:lnTo>
                <a:lnTo>
                  <a:pt x="73024" y="29517"/>
                </a:lnTo>
                <a:lnTo>
                  <a:pt x="71288" y="3065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0" name="object 1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529278" y="3562423"/>
            <a:ext cx="2794290" cy="211782"/>
          </a:xfrm>
          <a:prstGeom prst="rect">
            <a:avLst/>
          </a:prstGeom>
        </p:spPr>
      </p:pic>
      <p:grpSp>
        <p:nvGrpSpPr>
          <p:cNvPr id="11" name="object 11"/>
          <p:cNvGrpSpPr/>
          <p:nvPr/>
        </p:nvGrpSpPr>
        <p:grpSpPr>
          <a:xfrm>
            <a:off x="4411079" y="3552005"/>
            <a:ext cx="4984115" cy="273685"/>
            <a:chOff x="4411079" y="3552005"/>
            <a:chExt cx="4984115" cy="273685"/>
          </a:xfrm>
        </p:grpSpPr>
        <p:pic>
          <p:nvPicPr>
            <p:cNvPr id="12" name="object 12">
              <a:hlinkClick r:id="rId8"/>
            </p:cNvPr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433850" y="3552005"/>
              <a:ext cx="4938712" cy="273099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4411079" y="3790594"/>
              <a:ext cx="4984115" cy="27940"/>
            </a:xfrm>
            <a:custGeom>
              <a:avLst/>
              <a:gdLst/>
              <a:ahLst/>
              <a:cxnLst/>
              <a:rect l="l" t="t" r="r" b="b"/>
              <a:pathLst>
                <a:path w="4984115" h="27939">
                  <a:moveTo>
                    <a:pt x="4984104" y="27432"/>
                  </a:moveTo>
                  <a:lnTo>
                    <a:pt x="0" y="27432"/>
                  </a:lnTo>
                  <a:lnTo>
                    <a:pt x="0" y="0"/>
                  </a:lnTo>
                  <a:lnTo>
                    <a:pt x="4984104" y="0"/>
                  </a:lnTo>
                  <a:lnTo>
                    <a:pt x="4984104" y="27432"/>
                  </a:lnTo>
                  <a:close/>
                </a:path>
              </a:pathLst>
            </a:custGeom>
            <a:solidFill>
              <a:srgbClr val="0563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/>
          <p:nvPr/>
        </p:nvSpPr>
        <p:spPr>
          <a:xfrm>
            <a:off x="1671154" y="4047454"/>
            <a:ext cx="73025" cy="20955"/>
          </a:xfrm>
          <a:custGeom>
            <a:avLst/>
            <a:gdLst/>
            <a:ahLst/>
            <a:cxnLst/>
            <a:rect l="l" t="t" r="r" b="b"/>
            <a:pathLst>
              <a:path w="73025" h="20954">
                <a:moveTo>
                  <a:pt x="69254" y="20389"/>
                </a:moveTo>
                <a:lnTo>
                  <a:pt x="3571" y="20389"/>
                </a:lnTo>
                <a:lnTo>
                  <a:pt x="2232" y="19645"/>
                </a:lnTo>
                <a:lnTo>
                  <a:pt x="446" y="16569"/>
                </a:lnTo>
                <a:lnTo>
                  <a:pt x="0" y="13890"/>
                </a:lnTo>
                <a:lnTo>
                  <a:pt x="0" y="6350"/>
                </a:lnTo>
                <a:lnTo>
                  <a:pt x="446" y="3720"/>
                </a:lnTo>
                <a:lnTo>
                  <a:pt x="2232" y="744"/>
                </a:lnTo>
                <a:lnTo>
                  <a:pt x="3571" y="0"/>
                </a:lnTo>
                <a:lnTo>
                  <a:pt x="68361" y="0"/>
                </a:lnTo>
                <a:lnTo>
                  <a:pt x="72776" y="8235"/>
                </a:lnTo>
                <a:lnTo>
                  <a:pt x="72776" y="10120"/>
                </a:lnTo>
                <a:lnTo>
                  <a:pt x="72776" y="13989"/>
                </a:lnTo>
                <a:lnTo>
                  <a:pt x="72330" y="16668"/>
                </a:lnTo>
                <a:lnTo>
                  <a:pt x="70544" y="19645"/>
                </a:lnTo>
                <a:lnTo>
                  <a:pt x="69254" y="2038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5" name="object 15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943462" y="4013312"/>
            <a:ext cx="4657724" cy="120967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3839" y="903611"/>
            <a:ext cx="2764432" cy="304353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96206" y="2079186"/>
            <a:ext cx="3115071" cy="27295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6047840" y="1842033"/>
            <a:ext cx="434975" cy="1054100"/>
          </a:xfrm>
          <a:prstGeom prst="rect">
            <a:avLst/>
          </a:prstGeom>
        </p:spPr>
        <p:txBody>
          <a:bodyPr vert="horz" wrap="square" lIns="0" tIns="1003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90"/>
              </a:spcBef>
            </a:pPr>
            <a:r>
              <a:rPr sz="2800" dirty="0">
                <a:latin typeface="Arial"/>
                <a:cs typeface="Arial"/>
              </a:rPr>
              <a:t>→</a:t>
            </a:r>
            <a:endParaRPr sz="2800">
              <a:latin typeface="Arial"/>
              <a:cs typeface="Arial"/>
            </a:endParaRPr>
          </a:p>
          <a:p>
            <a:pPr marL="66040">
              <a:lnSpc>
                <a:spcPct val="100000"/>
              </a:lnSpc>
              <a:spcBef>
                <a:spcPts val="690"/>
              </a:spcBef>
            </a:pPr>
            <a:r>
              <a:rPr sz="2800" dirty="0">
                <a:latin typeface="Arial"/>
                <a:cs typeface="Arial"/>
              </a:rPr>
              <a:t>→</a:t>
            </a:r>
            <a:endParaRPr sz="28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499002" y="2194230"/>
            <a:ext cx="3885307" cy="13096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396206" y="2601572"/>
            <a:ext cx="2959397" cy="265062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556514" y="2708580"/>
            <a:ext cx="1179041" cy="130968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386482" y="3532654"/>
            <a:ext cx="6463754" cy="261490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1398736" y="4057608"/>
            <a:ext cx="325120" cy="167640"/>
          </a:xfrm>
          <a:custGeom>
            <a:avLst/>
            <a:gdLst/>
            <a:ahLst/>
            <a:cxnLst/>
            <a:rect l="l" t="t" r="r" b="b"/>
            <a:pathLst>
              <a:path w="325119" h="167639">
                <a:moveTo>
                  <a:pt x="3522" y="167084"/>
                </a:moveTo>
                <a:lnTo>
                  <a:pt x="2629" y="167084"/>
                </a:lnTo>
                <a:lnTo>
                  <a:pt x="1885" y="166687"/>
                </a:lnTo>
                <a:lnTo>
                  <a:pt x="0" y="149869"/>
                </a:lnTo>
                <a:lnTo>
                  <a:pt x="198" y="145901"/>
                </a:lnTo>
                <a:lnTo>
                  <a:pt x="117822" y="83294"/>
                </a:lnTo>
                <a:lnTo>
                  <a:pt x="6498" y="29567"/>
                </a:lnTo>
                <a:lnTo>
                  <a:pt x="0" y="17809"/>
                </a:lnTo>
                <a:lnTo>
                  <a:pt x="49" y="6399"/>
                </a:lnTo>
                <a:lnTo>
                  <a:pt x="446" y="3026"/>
                </a:lnTo>
                <a:lnTo>
                  <a:pt x="793" y="1835"/>
                </a:lnTo>
                <a:lnTo>
                  <a:pt x="1885" y="347"/>
                </a:lnTo>
                <a:lnTo>
                  <a:pt x="2629" y="0"/>
                </a:lnTo>
                <a:lnTo>
                  <a:pt x="4514" y="198"/>
                </a:lnTo>
                <a:lnTo>
                  <a:pt x="5605" y="595"/>
                </a:lnTo>
                <a:lnTo>
                  <a:pt x="6796" y="1289"/>
                </a:lnTo>
                <a:lnTo>
                  <a:pt x="143718" y="70197"/>
                </a:lnTo>
                <a:lnTo>
                  <a:pt x="144809" y="70792"/>
                </a:lnTo>
                <a:lnTo>
                  <a:pt x="145752" y="72231"/>
                </a:lnTo>
                <a:lnTo>
                  <a:pt x="147339" y="76795"/>
                </a:lnTo>
                <a:lnTo>
                  <a:pt x="147736" y="79870"/>
                </a:lnTo>
                <a:lnTo>
                  <a:pt x="147736" y="85724"/>
                </a:lnTo>
                <a:lnTo>
                  <a:pt x="147587" y="87510"/>
                </a:lnTo>
                <a:lnTo>
                  <a:pt x="147290" y="89098"/>
                </a:lnTo>
                <a:lnTo>
                  <a:pt x="147091" y="90685"/>
                </a:lnTo>
                <a:lnTo>
                  <a:pt x="146794" y="92074"/>
                </a:lnTo>
                <a:lnTo>
                  <a:pt x="146397" y="93265"/>
                </a:lnTo>
                <a:lnTo>
                  <a:pt x="146099" y="94356"/>
                </a:lnTo>
                <a:lnTo>
                  <a:pt x="143123" y="97283"/>
                </a:lnTo>
                <a:lnTo>
                  <a:pt x="5605" y="166637"/>
                </a:lnTo>
                <a:lnTo>
                  <a:pt x="4514" y="166984"/>
                </a:lnTo>
                <a:lnTo>
                  <a:pt x="3522" y="167084"/>
                </a:lnTo>
                <a:close/>
              </a:path>
              <a:path w="325119" h="167639">
                <a:moveTo>
                  <a:pt x="180603" y="167084"/>
                </a:moveTo>
                <a:lnTo>
                  <a:pt x="179710" y="167084"/>
                </a:lnTo>
                <a:lnTo>
                  <a:pt x="178965" y="166687"/>
                </a:lnTo>
                <a:lnTo>
                  <a:pt x="177080" y="149869"/>
                </a:lnTo>
                <a:lnTo>
                  <a:pt x="177279" y="145901"/>
                </a:lnTo>
                <a:lnTo>
                  <a:pt x="294903" y="83294"/>
                </a:lnTo>
                <a:lnTo>
                  <a:pt x="183579" y="29567"/>
                </a:lnTo>
                <a:lnTo>
                  <a:pt x="177080" y="17809"/>
                </a:lnTo>
                <a:lnTo>
                  <a:pt x="177130" y="6399"/>
                </a:lnTo>
                <a:lnTo>
                  <a:pt x="177527" y="3026"/>
                </a:lnTo>
                <a:lnTo>
                  <a:pt x="177874" y="1835"/>
                </a:lnTo>
                <a:lnTo>
                  <a:pt x="178965" y="347"/>
                </a:lnTo>
                <a:lnTo>
                  <a:pt x="179710" y="0"/>
                </a:lnTo>
                <a:lnTo>
                  <a:pt x="181595" y="198"/>
                </a:lnTo>
                <a:lnTo>
                  <a:pt x="182686" y="595"/>
                </a:lnTo>
                <a:lnTo>
                  <a:pt x="183877" y="1289"/>
                </a:lnTo>
                <a:lnTo>
                  <a:pt x="320799" y="70197"/>
                </a:lnTo>
                <a:lnTo>
                  <a:pt x="321890" y="70792"/>
                </a:lnTo>
                <a:lnTo>
                  <a:pt x="322833" y="72231"/>
                </a:lnTo>
                <a:lnTo>
                  <a:pt x="324420" y="76795"/>
                </a:lnTo>
                <a:lnTo>
                  <a:pt x="324817" y="79870"/>
                </a:lnTo>
                <a:lnTo>
                  <a:pt x="324817" y="85724"/>
                </a:lnTo>
                <a:lnTo>
                  <a:pt x="324668" y="87510"/>
                </a:lnTo>
                <a:lnTo>
                  <a:pt x="324371" y="89098"/>
                </a:lnTo>
                <a:lnTo>
                  <a:pt x="324172" y="90685"/>
                </a:lnTo>
                <a:lnTo>
                  <a:pt x="323874" y="92074"/>
                </a:lnTo>
                <a:lnTo>
                  <a:pt x="323478" y="93265"/>
                </a:lnTo>
                <a:lnTo>
                  <a:pt x="323180" y="94356"/>
                </a:lnTo>
                <a:lnTo>
                  <a:pt x="320203" y="97283"/>
                </a:lnTo>
                <a:lnTo>
                  <a:pt x="182686" y="166637"/>
                </a:lnTo>
                <a:lnTo>
                  <a:pt x="181595" y="166984"/>
                </a:lnTo>
                <a:lnTo>
                  <a:pt x="180603" y="16708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0" name="object 10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822067" y="3998027"/>
            <a:ext cx="671925" cy="246310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2626522" y="3999217"/>
            <a:ext cx="1326685" cy="305097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4062662" y="4010677"/>
            <a:ext cx="948559" cy="293637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5118625" y="3999217"/>
            <a:ext cx="2590127" cy="29214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3839" y="902867"/>
            <a:ext cx="2543295" cy="305246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950416" y="2051652"/>
            <a:ext cx="9484995" cy="309880"/>
            <a:chOff x="950416" y="2051652"/>
            <a:chExt cx="9484995" cy="309880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50416" y="2056117"/>
              <a:ext cx="1396240" cy="305097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376732" y="2056266"/>
              <a:ext cx="2125923" cy="245715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31838" y="2051652"/>
              <a:ext cx="5903269" cy="309562"/>
            </a:xfrm>
            <a:prstGeom prst="rect">
              <a:avLst/>
            </a:prstGeom>
          </p:spPr>
        </p:pic>
      </p:grpSp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39603" y="2439002"/>
            <a:ext cx="2918467" cy="309711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396803" y="3465817"/>
            <a:ext cx="8041693" cy="305097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404193" y="3848703"/>
            <a:ext cx="3573742" cy="309562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059792" y="3353333"/>
            <a:ext cx="563245" cy="1137285"/>
          </a:xfrm>
          <a:prstGeom prst="rect">
            <a:avLst/>
          </a:prstGeom>
        </p:spPr>
        <p:txBody>
          <a:bodyPr vert="horz" wrap="square" lIns="0" tIns="1257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90"/>
              </a:spcBef>
            </a:pPr>
            <a:r>
              <a:rPr sz="1800" dirty="0">
                <a:latin typeface="Arial"/>
                <a:cs typeface="Arial"/>
              </a:rPr>
              <a:t>•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90"/>
              </a:spcBef>
            </a:pPr>
            <a:r>
              <a:rPr sz="1800" dirty="0">
                <a:latin typeface="Arial"/>
                <a:cs typeface="Arial"/>
              </a:rPr>
              <a:t>•</a:t>
            </a:r>
            <a:endParaRPr sz="1800">
              <a:latin typeface="Arial"/>
              <a:cs typeface="Arial"/>
            </a:endParaRPr>
          </a:p>
          <a:p>
            <a:pPr marL="469900">
              <a:lnSpc>
                <a:spcPct val="100000"/>
              </a:lnSpc>
              <a:spcBef>
                <a:spcPts val="495"/>
              </a:spcBef>
            </a:pPr>
            <a:r>
              <a:rPr sz="1800" dirty="0">
                <a:latin typeface="Arial"/>
                <a:cs typeface="Arial"/>
              </a:rPr>
              <a:t>•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11" name="object 11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860798" y="4220935"/>
            <a:ext cx="4685555" cy="2653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3839" y="902867"/>
            <a:ext cx="2543295" cy="305246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950416" y="2051652"/>
            <a:ext cx="9888855" cy="309880"/>
            <a:chOff x="950416" y="2051652"/>
            <a:chExt cx="9888855" cy="309880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50416" y="2056117"/>
              <a:ext cx="1396240" cy="305097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376732" y="2056266"/>
              <a:ext cx="2230610" cy="245715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651454" y="2051652"/>
              <a:ext cx="6187293" cy="306139"/>
            </a:xfrm>
            <a:prstGeom prst="rect">
              <a:avLst/>
            </a:prstGeom>
          </p:spPr>
        </p:pic>
      </p:grpSp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39603" y="2439002"/>
            <a:ext cx="4442751" cy="309711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059792" y="3353333"/>
            <a:ext cx="106045" cy="800100"/>
          </a:xfrm>
          <a:prstGeom prst="rect">
            <a:avLst/>
          </a:prstGeom>
        </p:spPr>
        <p:txBody>
          <a:bodyPr vert="horz" wrap="square" lIns="0" tIns="1257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90"/>
              </a:spcBef>
            </a:pPr>
            <a:r>
              <a:rPr sz="1800" dirty="0">
                <a:latin typeface="Arial"/>
                <a:cs typeface="Arial"/>
              </a:rPr>
              <a:t>•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90"/>
              </a:spcBef>
            </a:pPr>
            <a:r>
              <a:rPr sz="1800" dirty="0">
                <a:latin typeface="Arial"/>
                <a:cs typeface="Arial"/>
              </a:rPr>
              <a:t>•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9" name="object 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396803" y="3465817"/>
            <a:ext cx="2915817" cy="305246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404193" y="3848703"/>
            <a:ext cx="3850473" cy="30956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3839" y="902867"/>
            <a:ext cx="2543295" cy="305246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2930737" y="2295662"/>
            <a:ext cx="2534920" cy="1626235"/>
            <a:chOff x="2930737" y="2295662"/>
            <a:chExt cx="2534920" cy="1626235"/>
          </a:xfrm>
        </p:grpSpPr>
        <p:sp>
          <p:nvSpPr>
            <p:cNvPr id="4" name="object 4"/>
            <p:cNvSpPr/>
            <p:nvPr/>
          </p:nvSpPr>
          <p:spPr>
            <a:xfrm>
              <a:off x="2935500" y="2300424"/>
              <a:ext cx="2525395" cy="1616710"/>
            </a:xfrm>
            <a:custGeom>
              <a:avLst/>
              <a:gdLst/>
              <a:ahLst/>
              <a:cxnLst/>
              <a:rect l="l" t="t" r="r" b="b"/>
              <a:pathLst>
                <a:path w="2525395" h="1616710">
                  <a:moveTo>
                    <a:pt x="2525399" y="1616399"/>
                  </a:moveTo>
                  <a:lnTo>
                    <a:pt x="0" y="1616399"/>
                  </a:lnTo>
                  <a:lnTo>
                    <a:pt x="0" y="0"/>
                  </a:lnTo>
                  <a:lnTo>
                    <a:pt x="2525399" y="0"/>
                  </a:lnTo>
                  <a:lnTo>
                    <a:pt x="2525399" y="1616399"/>
                  </a:lnTo>
                  <a:close/>
                </a:path>
              </a:pathLst>
            </a:custGeom>
            <a:solidFill>
              <a:srgbClr val="E7E6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935500" y="2300424"/>
              <a:ext cx="2525395" cy="1616710"/>
            </a:xfrm>
            <a:custGeom>
              <a:avLst/>
              <a:gdLst/>
              <a:ahLst/>
              <a:cxnLst/>
              <a:rect l="l" t="t" r="r" b="b"/>
              <a:pathLst>
                <a:path w="2525395" h="1616710">
                  <a:moveTo>
                    <a:pt x="0" y="0"/>
                  </a:moveTo>
                  <a:lnTo>
                    <a:pt x="2525399" y="0"/>
                  </a:lnTo>
                  <a:lnTo>
                    <a:pt x="2525399" y="1616399"/>
                  </a:lnTo>
                  <a:lnTo>
                    <a:pt x="0" y="16163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44546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49387" y="2578912"/>
            <a:ext cx="1027852" cy="531987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84827" y="2373114"/>
            <a:ext cx="768792" cy="152548"/>
          </a:xfrm>
          <a:prstGeom prst="rect">
            <a:avLst/>
          </a:prstGeom>
        </p:spPr>
      </p:pic>
      <p:grpSp>
        <p:nvGrpSpPr>
          <p:cNvPr id="8" name="object 8"/>
          <p:cNvGrpSpPr/>
          <p:nvPr/>
        </p:nvGrpSpPr>
        <p:grpSpPr>
          <a:xfrm>
            <a:off x="2930737" y="4594487"/>
            <a:ext cx="2534920" cy="1626235"/>
            <a:chOff x="2930737" y="4594487"/>
            <a:chExt cx="2534920" cy="1626235"/>
          </a:xfrm>
        </p:grpSpPr>
        <p:sp>
          <p:nvSpPr>
            <p:cNvPr id="9" name="object 9"/>
            <p:cNvSpPr/>
            <p:nvPr/>
          </p:nvSpPr>
          <p:spPr>
            <a:xfrm>
              <a:off x="2935500" y="4599249"/>
              <a:ext cx="2525395" cy="1616710"/>
            </a:xfrm>
            <a:custGeom>
              <a:avLst/>
              <a:gdLst/>
              <a:ahLst/>
              <a:cxnLst/>
              <a:rect l="l" t="t" r="r" b="b"/>
              <a:pathLst>
                <a:path w="2525395" h="1616710">
                  <a:moveTo>
                    <a:pt x="2525399" y="1616399"/>
                  </a:moveTo>
                  <a:lnTo>
                    <a:pt x="0" y="1616399"/>
                  </a:lnTo>
                  <a:lnTo>
                    <a:pt x="0" y="0"/>
                  </a:lnTo>
                  <a:lnTo>
                    <a:pt x="2525399" y="0"/>
                  </a:lnTo>
                  <a:lnTo>
                    <a:pt x="2525399" y="1616399"/>
                  </a:lnTo>
                  <a:close/>
                </a:path>
              </a:pathLst>
            </a:custGeom>
            <a:solidFill>
              <a:srgbClr val="E7E6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935500" y="4599249"/>
              <a:ext cx="2525395" cy="1616710"/>
            </a:xfrm>
            <a:custGeom>
              <a:avLst/>
              <a:gdLst/>
              <a:ahLst/>
              <a:cxnLst/>
              <a:rect l="l" t="t" r="r" b="b"/>
              <a:pathLst>
                <a:path w="2525395" h="1616710">
                  <a:moveTo>
                    <a:pt x="0" y="0"/>
                  </a:moveTo>
                  <a:lnTo>
                    <a:pt x="2525399" y="0"/>
                  </a:lnTo>
                  <a:lnTo>
                    <a:pt x="2525399" y="1616399"/>
                  </a:lnTo>
                  <a:lnTo>
                    <a:pt x="0" y="16163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44546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1" name="object 1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779658" y="2045844"/>
            <a:ext cx="805479" cy="123080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689958" y="4398719"/>
            <a:ext cx="1108509" cy="152995"/>
          </a:xfrm>
          <a:prstGeom prst="rect">
            <a:avLst/>
          </a:prstGeom>
        </p:spPr>
      </p:pic>
      <p:grpSp>
        <p:nvGrpSpPr>
          <p:cNvPr id="13" name="object 13"/>
          <p:cNvGrpSpPr/>
          <p:nvPr/>
        </p:nvGrpSpPr>
        <p:grpSpPr>
          <a:xfrm>
            <a:off x="5860385" y="3788654"/>
            <a:ext cx="2313940" cy="1579880"/>
            <a:chOff x="5860385" y="3788654"/>
            <a:chExt cx="2313940" cy="1579880"/>
          </a:xfrm>
        </p:grpSpPr>
        <p:sp>
          <p:nvSpPr>
            <p:cNvPr id="14" name="object 14"/>
            <p:cNvSpPr/>
            <p:nvPr/>
          </p:nvSpPr>
          <p:spPr>
            <a:xfrm>
              <a:off x="5865147" y="3793416"/>
              <a:ext cx="2304415" cy="1570355"/>
            </a:xfrm>
            <a:custGeom>
              <a:avLst/>
              <a:gdLst/>
              <a:ahLst/>
              <a:cxnLst/>
              <a:rect l="l" t="t" r="r" b="b"/>
              <a:pathLst>
                <a:path w="2304415" h="1570354">
                  <a:moveTo>
                    <a:pt x="558461" y="1569995"/>
                  </a:moveTo>
                  <a:lnTo>
                    <a:pt x="0" y="1412324"/>
                  </a:lnTo>
                  <a:lnTo>
                    <a:pt x="157661" y="853895"/>
                  </a:lnTo>
                  <a:lnTo>
                    <a:pt x="257861" y="1032920"/>
                  </a:lnTo>
                  <a:lnTo>
                    <a:pt x="2103600" y="0"/>
                  </a:lnTo>
                  <a:lnTo>
                    <a:pt x="2304000" y="358049"/>
                  </a:lnTo>
                  <a:lnTo>
                    <a:pt x="458261" y="1390970"/>
                  </a:lnTo>
                  <a:lnTo>
                    <a:pt x="558461" y="1569995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865147" y="3793416"/>
              <a:ext cx="2304415" cy="1570355"/>
            </a:xfrm>
            <a:custGeom>
              <a:avLst/>
              <a:gdLst/>
              <a:ahLst/>
              <a:cxnLst/>
              <a:rect l="l" t="t" r="r" b="b"/>
              <a:pathLst>
                <a:path w="2304415" h="1570354">
                  <a:moveTo>
                    <a:pt x="0" y="1412324"/>
                  </a:moveTo>
                  <a:lnTo>
                    <a:pt x="157661" y="853895"/>
                  </a:lnTo>
                  <a:lnTo>
                    <a:pt x="257861" y="1032920"/>
                  </a:lnTo>
                  <a:lnTo>
                    <a:pt x="2103600" y="0"/>
                  </a:lnTo>
                  <a:lnTo>
                    <a:pt x="2304000" y="358049"/>
                  </a:lnTo>
                  <a:lnTo>
                    <a:pt x="458261" y="1390970"/>
                  </a:lnTo>
                  <a:lnTo>
                    <a:pt x="558461" y="1569995"/>
                  </a:lnTo>
                  <a:lnTo>
                    <a:pt x="0" y="1412324"/>
                  </a:lnTo>
                  <a:close/>
                </a:path>
              </a:pathLst>
            </a:custGeom>
            <a:ln w="9524">
              <a:solidFill>
                <a:srgbClr val="44546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6" name="object 16"/>
          <p:cNvGrpSpPr/>
          <p:nvPr/>
        </p:nvGrpSpPr>
        <p:grpSpPr>
          <a:xfrm>
            <a:off x="8454149" y="2833799"/>
            <a:ext cx="2563495" cy="1654810"/>
            <a:chOff x="8454149" y="2833799"/>
            <a:chExt cx="2563495" cy="1654810"/>
          </a:xfrm>
        </p:grpSpPr>
        <p:sp>
          <p:nvSpPr>
            <p:cNvPr id="17" name="object 17"/>
            <p:cNvSpPr/>
            <p:nvPr/>
          </p:nvSpPr>
          <p:spPr>
            <a:xfrm>
              <a:off x="8473199" y="2852849"/>
              <a:ext cx="2525395" cy="1616710"/>
            </a:xfrm>
            <a:custGeom>
              <a:avLst/>
              <a:gdLst/>
              <a:ahLst/>
              <a:cxnLst/>
              <a:rect l="l" t="t" r="r" b="b"/>
              <a:pathLst>
                <a:path w="2525395" h="1616710">
                  <a:moveTo>
                    <a:pt x="2525399" y="1616399"/>
                  </a:moveTo>
                  <a:lnTo>
                    <a:pt x="0" y="1616399"/>
                  </a:lnTo>
                  <a:lnTo>
                    <a:pt x="0" y="0"/>
                  </a:lnTo>
                  <a:lnTo>
                    <a:pt x="2525399" y="0"/>
                  </a:lnTo>
                  <a:lnTo>
                    <a:pt x="2525399" y="1616399"/>
                  </a:lnTo>
                  <a:close/>
                </a:path>
              </a:pathLst>
            </a:custGeom>
            <a:solidFill>
              <a:srgbClr val="E7E6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8473199" y="2852849"/>
              <a:ext cx="2525395" cy="1616710"/>
            </a:xfrm>
            <a:custGeom>
              <a:avLst/>
              <a:gdLst/>
              <a:ahLst/>
              <a:cxnLst/>
              <a:rect l="l" t="t" r="r" b="b"/>
              <a:pathLst>
                <a:path w="2525395" h="1616710">
                  <a:moveTo>
                    <a:pt x="0" y="0"/>
                  </a:moveTo>
                  <a:lnTo>
                    <a:pt x="2525399" y="0"/>
                  </a:lnTo>
                  <a:lnTo>
                    <a:pt x="2525399" y="1616399"/>
                  </a:lnTo>
                  <a:lnTo>
                    <a:pt x="0" y="1616399"/>
                  </a:lnTo>
                  <a:lnTo>
                    <a:pt x="0" y="0"/>
                  </a:lnTo>
                  <a:close/>
                </a:path>
              </a:pathLst>
            </a:custGeom>
            <a:ln w="38099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9" name="object 1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438370" y="2550113"/>
            <a:ext cx="617376" cy="149572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7052374" y="4640454"/>
            <a:ext cx="459672" cy="35115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3839" y="902867"/>
            <a:ext cx="2543295" cy="305246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2930737" y="2295662"/>
            <a:ext cx="2534920" cy="1626235"/>
            <a:chOff x="2930737" y="2295662"/>
            <a:chExt cx="2534920" cy="1626235"/>
          </a:xfrm>
        </p:grpSpPr>
        <p:sp>
          <p:nvSpPr>
            <p:cNvPr id="4" name="object 4"/>
            <p:cNvSpPr/>
            <p:nvPr/>
          </p:nvSpPr>
          <p:spPr>
            <a:xfrm>
              <a:off x="2935500" y="2300424"/>
              <a:ext cx="2525395" cy="1616710"/>
            </a:xfrm>
            <a:custGeom>
              <a:avLst/>
              <a:gdLst/>
              <a:ahLst/>
              <a:cxnLst/>
              <a:rect l="l" t="t" r="r" b="b"/>
              <a:pathLst>
                <a:path w="2525395" h="1616710">
                  <a:moveTo>
                    <a:pt x="2525399" y="1616399"/>
                  </a:moveTo>
                  <a:lnTo>
                    <a:pt x="0" y="1616399"/>
                  </a:lnTo>
                  <a:lnTo>
                    <a:pt x="0" y="0"/>
                  </a:lnTo>
                  <a:lnTo>
                    <a:pt x="2525399" y="0"/>
                  </a:lnTo>
                  <a:lnTo>
                    <a:pt x="2525399" y="1616399"/>
                  </a:lnTo>
                  <a:close/>
                </a:path>
              </a:pathLst>
            </a:custGeom>
            <a:solidFill>
              <a:srgbClr val="E7E6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935500" y="2300424"/>
              <a:ext cx="2525395" cy="1616710"/>
            </a:xfrm>
            <a:custGeom>
              <a:avLst/>
              <a:gdLst/>
              <a:ahLst/>
              <a:cxnLst/>
              <a:rect l="l" t="t" r="r" b="b"/>
              <a:pathLst>
                <a:path w="2525395" h="1616710">
                  <a:moveTo>
                    <a:pt x="0" y="0"/>
                  </a:moveTo>
                  <a:lnTo>
                    <a:pt x="2525399" y="0"/>
                  </a:lnTo>
                  <a:lnTo>
                    <a:pt x="2525399" y="1616399"/>
                  </a:lnTo>
                  <a:lnTo>
                    <a:pt x="0" y="16163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44546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384827" y="2117212"/>
            <a:ext cx="3773170" cy="993775"/>
            <a:chOff x="384827" y="2117212"/>
            <a:chExt cx="3773170" cy="993775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84827" y="2373114"/>
              <a:ext cx="768792" cy="152548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49387" y="2117212"/>
              <a:ext cx="3408574" cy="993687"/>
            </a:xfrm>
            <a:prstGeom prst="rect">
              <a:avLst/>
            </a:prstGeom>
          </p:spPr>
        </p:pic>
      </p:grpSp>
      <p:grpSp>
        <p:nvGrpSpPr>
          <p:cNvPr id="9" name="object 9"/>
          <p:cNvGrpSpPr/>
          <p:nvPr/>
        </p:nvGrpSpPr>
        <p:grpSpPr>
          <a:xfrm>
            <a:off x="2930737" y="4594487"/>
            <a:ext cx="2534920" cy="1626235"/>
            <a:chOff x="2930737" y="4594487"/>
            <a:chExt cx="2534920" cy="1626235"/>
          </a:xfrm>
        </p:grpSpPr>
        <p:sp>
          <p:nvSpPr>
            <p:cNvPr id="10" name="object 10"/>
            <p:cNvSpPr/>
            <p:nvPr/>
          </p:nvSpPr>
          <p:spPr>
            <a:xfrm>
              <a:off x="2935500" y="4599249"/>
              <a:ext cx="2525395" cy="1616710"/>
            </a:xfrm>
            <a:custGeom>
              <a:avLst/>
              <a:gdLst/>
              <a:ahLst/>
              <a:cxnLst/>
              <a:rect l="l" t="t" r="r" b="b"/>
              <a:pathLst>
                <a:path w="2525395" h="1616710">
                  <a:moveTo>
                    <a:pt x="2525399" y="1616399"/>
                  </a:moveTo>
                  <a:lnTo>
                    <a:pt x="0" y="1616399"/>
                  </a:lnTo>
                  <a:lnTo>
                    <a:pt x="0" y="0"/>
                  </a:lnTo>
                  <a:lnTo>
                    <a:pt x="2525399" y="0"/>
                  </a:lnTo>
                  <a:lnTo>
                    <a:pt x="2525399" y="1616399"/>
                  </a:lnTo>
                  <a:close/>
                </a:path>
              </a:pathLst>
            </a:custGeom>
            <a:solidFill>
              <a:srgbClr val="E7E6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935500" y="4599249"/>
              <a:ext cx="2525395" cy="1616710"/>
            </a:xfrm>
            <a:custGeom>
              <a:avLst/>
              <a:gdLst/>
              <a:ahLst/>
              <a:cxnLst/>
              <a:rect l="l" t="t" r="r" b="b"/>
              <a:pathLst>
                <a:path w="2525395" h="1616710">
                  <a:moveTo>
                    <a:pt x="0" y="0"/>
                  </a:moveTo>
                  <a:lnTo>
                    <a:pt x="2525399" y="0"/>
                  </a:lnTo>
                  <a:lnTo>
                    <a:pt x="2525399" y="1616399"/>
                  </a:lnTo>
                  <a:lnTo>
                    <a:pt x="0" y="16163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44546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2" name="object 1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463434" y="1276600"/>
            <a:ext cx="472065" cy="474299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412571" y="1824157"/>
            <a:ext cx="495374" cy="152995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875907" y="2988414"/>
            <a:ext cx="609733" cy="122485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779658" y="2045844"/>
            <a:ext cx="805479" cy="123080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3689958" y="4398719"/>
            <a:ext cx="1108509" cy="152995"/>
          </a:xfrm>
          <a:prstGeom prst="rect">
            <a:avLst/>
          </a:prstGeom>
        </p:spPr>
      </p:pic>
      <p:grpSp>
        <p:nvGrpSpPr>
          <p:cNvPr id="17" name="object 17"/>
          <p:cNvGrpSpPr/>
          <p:nvPr/>
        </p:nvGrpSpPr>
        <p:grpSpPr>
          <a:xfrm>
            <a:off x="5860385" y="3788654"/>
            <a:ext cx="2313940" cy="1579880"/>
            <a:chOff x="5860385" y="3788654"/>
            <a:chExt cx="2313940" cy="1579880"/>
          </a:xfrm>
        </p:grpSpPr>
        <p:sp>
          <p:nvSpPr>
            <p:cNvPr id="18" name="object 18"/>
            <p:cNvSpPr/>
            <p:nvPr/>
          </p:nvSpPr>
          <p:spPr>
            <a:xfrm>
              <a:off x="5865147" y="3793416"/>
              <a:ext cx="2304415" cy="1570355"/>
            </a:xfrm>
            <a:custGeom>
              <a:avLst/>
              <a:gdLst/>
              <a:ahLst/>
              <a:cxnLst/>
              <a:rect l="l" t="t" r="r" b="b"/>
              <a:pathLst>
                <a:path w="2304415" h="1570354">
                  <a:moveTo>
                    <a:pt x="558461" y="1569995"/>
                  </a:moveTo>
                  <a:lnTo>
                    <a:pt x="0" y="1412324"/>
                  </a:lnTo>
                  <a:lnTo>
                    <a:pt x="157661" y="853895"/>
                  </a:lnTo>
                  <a:lnTo>
                    <a:pt x="257861" y="1032920"/>
                  </a:lnTo>
                  <a:lnTo>
                    <a:pt x="2103600" y="0"/>
                  </a:lnTo>
                  <a:lnTo>
                    <a:pt x="2304000" y="358049"/>
                  </a:lnTo>
                  <a:lnTo>
                    <a:pt x="458261" y="1390970"/>
                  </a:lnTo>
                  <a:lnTo>
                    <a:pt x="558461" y="1569995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5865147" y="3793416"/>
              <a:ext cx="2304415" cy="1570355"/>
            </a:xfrm>
            <a:custGeom>
              <a:avLst/>
              <a:gdLst/>
              <a:ahLst/>
              <a:cxnLst/>
              <a:rect l="l" t="t" r="r" b="b"/>
              <a:pathLst>
                <a:path w="2304415" h="1570354">
                  <a:moveTo>
                    <a:pt x="0" y="1412324"/>
                  </a:moveTo>
                  <a:lnTo>
                    <a:pt x="157661" y="853895"/>
                  </a:lnTo>
                  <a:lnTo>
                    <a:pt x="257861" y="1032920"/>
                  </a:lnTo>
                  <a:lnTo>
                    <a:pt x="2103600" y="0"/>
                  </a:lnTo>
                  <a:lnTo>
                    <a:pt x="2304000" y="358049"/>
                  </a:lnTo>
                  <a:lnTo>
                    <a:pt x="458261" y="1390970"/>
                  </a:lnTo>
                  <a:lnTo>
                    <a:pt x="558461" y="1569995"/>
                  </a:lnTo>
                  <a:lnTo>
                    <a:pt x="0" y="1412324"/>
                  </a:lnTo>
                  <a:close/>
                </a:path>
              </a:pathLst>
            </a:custGeom>
            <a:ln w="9524">
              <a:solidFill>
                <a:srgbClr val="44546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0" name="object 20"/>
          <p:cNvGrpSpPr/>
          <p:nvPr/>
        </p:nvGrpSpPr>
        <p:grpSpPr>
          <a:xfrm>
            <a:off x="8454149" y="2833799"/>
            <a:ext cx="2563495" cy="1654810"/>
            <a:chOff x="8454149" y="2833799"/>
            <a:chExt cx="2563495" cy="1654810"/>
          </a:xfrm>
        </p:grpSpPr>
        <p:sp>
          <p:nvSpPr>
            <p:cNvPr id="21" name="object 21"/>
            <p:cNvSpPr/>
            <p:nvPr/>
          </p:nvSpPr>
          <p:spPr>
            <a:xfrm>
              <a:off x="8473199" y="2852849"/>
              <a:ext cx="2525395" cy="1616710"/>
            </a:xfrm>
            <a:custGeom>
              <a:avLst/>
              <a:gdLst/>
              <a:ahLst/>
              <a:cxnLst/>
              <a:rect l="l" t="t" r="r" b="b"/>
              <a:pathLst>
                <a:path w="2525395" h="1616710">
                  <a:moveTo>
                    <a:pt x="2525399" y="1616399"/>
                  </a:moveTo>
                  <a:lnTo>
                    <a:pt x="0" y="1616399"/>
                  </a:lnTo>
                  <a:lnTo>
                    <a:pt x="0" y="0"/>
                  </a:lnTo>
                  <a:lnTo>
                    <a:pt x="2525399" y="0"/>
                  </a:lnTo>
                  <a:lnTo>
                    <a:pt x="2525399" y="1616399"/>
                  </a:lnTo>
                  <a:close/>
                </a:path>
              </a:pathLst>
            </a:custGeom>
            <a:solidFill>
              <a:srgbClr val="E7E6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8473199" y="2852849"/>
              <a:ext cx="2525395" cy="1616710"/>
            </a:xfrm>
            <a:custGeom>
              <a:avLst/>
              <a:gdLst/>
              <a:ahLst/>
              <a:cxnLst/>
              <a:rect l="l" t="t" r="r" b="b"/>
              <a:pathLst>
                <a:path w="2525395" h="1616710">
                  <a:moveTo>
                    <a:pt x="0" y="0"/>
                  </a:moveTo>
                  <a:lnTo>
                    <a:pt x="2525399" y="0"/>
                  </a:lnTo>
                  <a:lnTo>
                    <a:pt x="2525399" y="1616399"/>
                  </a:lnTo>
                  <a:lnTo>
                    <a:pt x="0" y="1616399"/>
                  </a:lnTo>
                  <a:lnTo>
                    <a:pt x="0" y="0"/>
                  </a:lnTo>
                  <a:close/>
                </a:path>
              </a:pathLst>
            </a:custGeom>
            <a:ln w="38099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23" name="object 23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9438370" y="2550113"/>
            <a:ext cx="617376" cy="149572"/>
          </a:xfrm>
          <a:prstGeom prst="rect">
            <a:avLst/>
          </a:prstGeom>
        </p:spPr>
      </p:pic>
      <p:pic>
        <p:nvPicPr>
          <p:cNvPr id="24" name="object 24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7052374" y="4640454"/>
            <a:ext cx="459672" cy="35115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3839" y="902867"/>
            <a:ext cx="2543295" cy="305246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2930737" y="2295662"/>
            <a:ext cx="2534920" cy="1626235"/>
            <a:chOff x="2930737" y="2295662"/>
            <a:chExt cx="2534920" cy="1626235"/>
          </a:xfrm>
        </p:grpSpPr>
        <p:sp>
          <p:nvSpPr>
            <p:cNvPr id="4" name="object 4"/>
            <p:cNvSpPr/>
            <p:nvPr/>
          </p:nvSpPr>
          <p:spPr>
            <a:xfrm>
              <a:off x="2935500" y="2300424"/>
              <a:ext cx="2525395" cy="1616710"/>
            </a:xfrm>
            <a:custGeom>
              <a:avLst/>
              <a:gdLst/>
              <a:ahLst/>
              <a:cxnLst/>
              <a:rect l="l" t="t" r="r" b="b"/>
              <a:pathLst>
                <a:path w="2525395" h="1616710">
                  <a:moveTo>
                    <a:pt x="2525399" y="1616399"/>
                  </a:moveTo>
                  <a:lnTo>
                    <a:pt x="0" y="1616399"/>
                  </a:lnTo>
                  <a:lnTo>
                    <a:pt x="0" y="0"/>
                  </a:lnTo>
                  <a:lnTo>
                    <a:pt x="2525399" y="0"/>
                  </a:lnTo>
                  <a:lnTo>
                    <a:pt x="2525399" y="1616399"/>
                  </a:lnTo>
                  <a:close/>
                </a:path>
              </a:pathLst>
            </a:custGeom>
            <a:solidFill>
              <a:srgbClr val="E7E6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935500" y="2300424"/>
              <a:ext cx="2525395" cy="1616710"/>
            </a:xfrm>
            <a:custGeom>
              <a:avLst/>
              <a:gdLst/>
              <a:ahLst/>
              <a:cxnLst/>
              <a:rect l="l" t="t" r="r" b="b"/>
              <a:pathLst>
                <a:path w="2525395" h="1616710">
                  <a:moveTo>
                    <a:pt x="0" y="0"/>
                  </a:moveTo>
                  <a:lnTo>
                    <a:pt x="2525399" y="0"/>
                  </a:lnTo>
                  <a:lnTo>
                    <a:pt x="2525399" y="1616399"/>
                  </a:lnTo>
                  <a:lnTo>
                    <a:pt x="0" y="16163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44546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2930737" y="4398719"/>
            <a:ext cx="2534920" cy="1821814"/>
            <a:chOff x="2930737" y="4398719"/>
            <a:chExt cx="2534920" cy="1821814"/>
          </a:xfrm>
        </p:grpSpPr>
        <p:sp>
          <p:nvSpPr>
            <p:cNvPr id="7" name="object 7"/>
            <p:cNvSpPr/>
            <p:nvPr/>
          </p:nvSpPr>
          <p:spPr>
            <a:xfrm>
              <a:off x="2935500" y="4599250"/>
              <a:ext cx="2525395" cy="1616710"/>
            </a:xfrm>
            <a:custGeom>
              <a:avLst/>
              <a:gdLst/>
              <a:ahLst/>
              <a:cxnLst/>
              <a:rect l="l" t="t" r="r" b="b"/>
              <a:pathLst>
                <a:path w="2525395" h="1616710">
                  <a:moveTo>
                    <a:pt x="2525399" y="1616399"/>
                  </a:moveTo>
                  <a:lnTo>
                    <a:pt x="0" y="1616399"/>
                  </a:lnTo>
                  <a:lnTo>
                    <a:pt x="0" y="0"/>
                  </a:lnTo>
                  <a:lnTo>
                    <a:pt x="2525399" y="0"/>
                  </a:lnTo>
                  <a:lnTo>
                    <a:pt x="2525399" y="1616399"/>
                  </a:lnTo>
                  <a:close/>
                </a:path>
              </a:pathLst>
            </a:custGeom>
            <a:solidFill>
              <a:srgbClr val="E7E6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935500" y="4599250"/>
              <a:ext cx="2525395" cy="1616710"/>
            </a:xfrm>
            <a:custGeom>
              <a:avLst/>
              <a:gdLst/>
              <a:ahLst/>
              <a:cxnLst/>
              <a:rect l="l" t="t" r="r" b="b"/>
              <a:pathLst>
                <a:path w="2525395" h="1616710">
                  <a:moveTo>
                    <a:pt x="0" y="0"/>
                  </a:moveTo>
                  <a:lnTo>
                    <a:pt x="2525399" y="0"/>
                  </a:lnTo>
                  <a:lnTo>
                    <a:pt x="2525399" y="1616399"/>
                  </a:lnTo>
                  <a:lnTo>
                    <a:pt x="0" y="16163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44546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689958" y="4398719"/>
              <a:ext cx="1108509" cy="152995"/>
            </a:xfrm>
            <a:prstGeom prst="rect">
              <a:avLst/>
            </a:prstGeom>
          </p:spPr>
        </p:pic>
      </p:grpSp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875907" y="2988414"/>
            <a:ext cx="609733" cy="122485"/>
          </a:xfrm>
          <a:prstGeom prst="rect">
            <a:avLst/>
          </a:prstGeom>
        </p:spPr>
      </p:pic>
      <p:grpSp>
        <p:nvGrpSpPr>
          <p:cNvPr id="11" name="object 11"/>
          <p:cNvGrpSpPr/>
          <p:nvPr/>
        </p:nvGrpSpPr>
        <p:grpSpPr>
          <a:xfrm>
            <a:off x="5860385" y="3788654"/>
            <a:ext cx="2313940" cy="1579880"/>
            <a:chOff x="5860385" y="3788654"/>
            <a:chExt cx="2313940" cy="1579880"/>
          </a:xfrm>
        </p:grpSpPr>
        <p:sp>
          <p:nvSpPr>
            <p:cNvPr id="12" name="object 12"/>
            <p:cNvSpPr/>
            <p:nvPr/>
          </p:nvSpPr>
          <p:spPr>
            <a:xfrm>
              <a:off x="5865147" y="3793416"/>
              <a:ext cx="2304415" cy="1570355"/>
            </a:xfrm>
            <a:custGeom>
              <a:avLst/>
              <a:gdLst/>
              <a:ahLst/>
              <a:cxnLst/>
              <a:rect l="l" t="t" r="r" b="b"/>
              <a:pathLst>
                <a:path w="2304415" h="1570354">
                  <a:moveTo>
                    <a:pt x="558461" y="1569995"/>
                  </a:moveTo>
                  <a:lnTo>
                    <a:pt x="0" y="1412324"/>
                  </a:lnTo>
                  <a:lnTo>
                    <a:pt x="157661" y="853895"/>
                  </a:lnTo>
                  <a:lnTo>
                    <a:pt x="257861" y="1032920"/>
                  </a:lnTo>
                  <a:lnTo>
                    <a:pt x="2103600" y="0"/>
                  </a:lnTo>
                  <a:lnTo>
                    <a:pt x="2304000" y="358049"/>
                  </a:lnTo>
                  <a:lnTo>
                    <a:pt x="458261" y="1390970"/>
                  </a:lnTo>
                  <a:lnTo>
                    <a:pt x="558461" y="1569995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865147" y="3793416"/>
              <a:ext cx="2304415" cy="1570355"/>
            </a:xfrm>
            <a:custGeom>
              <a:avLst/>
              <a:gdLst/>
              <a:ahLst/>
              <a:cxnLst/>
              <a:rect l="l" t="t" r="r" b="b"/>
              <a:pathLst>
                <a:path w="2304415" h="1570354">
                  <a:moveTo>
                    <a:pt x="0" y="1412324"/>
                  </a:moveTo>
                  <a:lnTo>
                    <a:pt x="157661" y="853895"/>
                  </a:lnTo>
                  <a:lnTo>
                    <a:pt x="257861" y="1032920"/>
                  </a:lnTo>
                  <a:lnTo>
                    <a:pt x="2103600" y="0"/>
                  </a:lnTo>
                  <a:lnTo>
                    <a:pt x="2304000" y="358049"/>
                  </a:lnTo>
                  <a:lnTo>
                    <a:pt x="458261" y="1390970"/>
                  </a:lnTo>
                  <a:lnTo>
                    <a:pt x="558461" y="1569995"/>
                  </a:lnTo>
                  <a:lnTo>
                    <a:pt x="0" y="1412324"/>
                  </a:lnTo>
                  <a:close/>
                </a:path>
              </a:pathLst>
            </a:custGeom>
            <a:ln w="9524">
              <a:solidFill>
                <a:srgbClr val="44546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" name="object 14"/>
          <p:cNvGrpSpPr/>
          <p:nvPr/>
        </p:nvGrpSpPr>
        <p:grpSpPr>
          <a:xfrm>
            <a:off x="8454149" y="2833799"/>
            <a:ext cx="2563495" cy="1654810"/>
            <a:chOff x="8454149" y="2833799"/>
            <a:chExt cx="2563495" cy="1654810"/>
          </a:xfrm>
        </p:grpSpPr>
        <p:sp>
          <p:nvSpPr>
            <p:cNvPr id="15" name="object 15"/>
            <p:cNvSpPr/>
            <p:nvPr/>
          </p:nvSpPr>
          <p:spPr>
            <a:xfrm>
              <a:off x="8473199" y="2852849"/>
              <a:ext cx="2525395" cy="1616710"/>
            </a:xfrm>
            <a:custGeom>
              <a:avLst/>
              <a:gdLst/>
              <a:ahLst/>
              <a:cxnLst/>
              <a:rect l="l" t="t" r="r" b="b"/>
              <a:pathLst>
                <a:path w="2525395" h="1616710">
                  <a:moveTo>
                    <a:pt x="2525399" y="1616399"/>
                  </a:moveTo>
                  <a:lnTo>
                    <a:pt x="0" y="1616399"/>
                  </a:lnTo>
                  <a:lnTo>
                    <a:pt x="0" y="0"/>
                  </a:lnTo>
                  <a:lnTo>
                    <a:pt x="2525399" y="0"/>
                  </a:lnTo>
                  <a:lnTo>
                    <a:pt x="2525399" y="1616399"/>
                  </a:lnTo>
                  <a:close/>
                </a:path>
              </a:pathLst>
            </a:custGeom>
            <a:solidFill>
              <a:srgbClr val="E7E6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8473199" y="2852849"/>
              <a:ext cx="2525395" cy="1616710"/>
            </a:xfrm>
            <a:custGeom>
              <a:avLst/>
              <a:gdLst/>
              <a:ahLst/>
              <a:cxnLst/>
              <a:rect l="l" t="t" r="r" b="b"/>
              <a:pathLst>
                <a:path w="2525395" h="1616710">
                  <a:moveTo>
                    <a:pt x="0" y="0"/>
                  </a:moveTo>
                  <a:lnTo>
                    <a:pt x="2525399" y="0"/>
                  </a:lnTo>
                  <a:lnTo>
                    <a:pt x="2525399" y="1616399"/>
                  </a:lnTo>
                  <a:lnTo>
                    <a:pt x="0" y="1616399"/>
                  </a:lnTo>
                  <a:lnTo>
                    <a:pt x="0" y="0"/>
                  </a:lnTo>
                  <a:close/>
                </a:path>
              </a:pathLst>
            </a:custGeom>
            <a:ln w="38099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7" name="object 1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438370" y="2550113"/>
            <a:ext cx="617376" cy="149572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052374" y="4640454"/>
            <a:ext cx="459672" cy="351157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779658" y="2045844"/>
            <a:ext cx="805479" cy="1230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3839" y="902867"/>
            <a:ext cx="2543295" cy="305246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2930737" y="2295662"/>
            <a:ext cx="2534920" cy="1626235"/>
            <a:chOff x="2930737" y="2295662"/>
            <a:chExt cx="2534920" cy="1626235"/>
          </a:xfrm>
        </p:grpSpPr>
        <p:sp>
          <p:nvSpPr>
            <p:cNvPr id="4" name="object 4"/>
            <p:cNvSpPr/>
            <p:nvPr/>
          </p:nvSpPr>
          <p:spPr>
            <a:xfrm>
              <a:off x="2935500" y="2300424"/>
              <a:ext cx="2525395" cy="1616710"/>
            </a:xfrm>
            <a:custGeom>
              <a:avLst/>
              <a:gdLst/>
              <a:ahLst/>
              <a:cxnLst/>
              <a:rect l="l" t="t" r="r" b="b"/>
              <a:pathLst>
                <a:path w="2525395" h="1616710">
                  <a:moveTo>
                    <a:pt x="2525399" y="1616399"/>
                  </a:moveTo>
                  <a:lnTo>
                    <a:pt x="0" y="1616399"/>
                  </a:lnTo>
                  <a:lnTo>
                    <a:pt x="0" y="0"/>
                  </a:lnTo>
                  <a:lnTo>
                    <a:pt x="2525399" y="0"/>
                  </a:lnTo>
                  <a:lnTo>
                    <a:pt x="2525399" y="1616399"/>
                  </a:lnTo>
                  <a:close/>
                </a:path>
              </a:pathLst>
            </a:custGeom>
            <a:solidFill>
              <a:srgbClr val="E7E6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935500" y="2300424"/>
              <a:ext cx="2525395" cy="1616710"/>
            </a:xfrm>
            <a:custGeom>
              <a:avLst/>
              <a:gdLst/>
              <a:ahLst/>
              <a:cxnLst/>
              <a:rect l="l" t="t" r="r" b="b"/>
              <a:pathLst>
                <a:path w="2525395" h="1616710">
                  <a:moveTo>
                    <a:pt x="0" y="0"/>
                  </a:moveTo>
                  <a:lnTo>
                    <a:pt x="2525399" y="0"/>
                  </a:lnTo>
                  <a:lnTo>
                    <a:pt x="2525399" y="1616399"/>
                  </a:lnTo>
                  <a:lnTo>
                    <a:pt x="0" y="16163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44546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2930737" y="4594487"/>
            <a:ext cx="2534920" cy="1626235"/>
            <a:chOff x="2930737" y="4594487"/>
            <a:chExt cx="2534920" cy="1626235"/>
          </a:xfrm>
        </p:grpSpPr>
        <p:sp>
          <p:nvSpPr>
            <p:cNvPr id="7" name="object 7"/>
            <p:cNvSpPr/>
            <p:nvPr/>
          </p:nvSpPr>
          <p:spPr>
            <a:xfrm>
              <a:off x="2935500" y="4599249"/>
              <a:ext cx="2525395" cy="1616710"/>
            </a:xfrm>
            <a:custGeom>
              <a:avLst/>
              <a:gdLst/>
              <a:ahLst/>
              <a:cxnLst/>
              <a:rect l="l" t="t" r="r" b="b"/>
              <a:pathLst>
                <a:path w="2525395" h="1616710">
                  <a:moveTo>
                    <a:pt x="2525399" y="1616399"/>
                  </a:moveTo>
                  <a:lnTo>
                    <a:pt x="0" y="1616399"/>
                  </a:lnTo>
                  <a:lnTo>
                    <a:pt x="0" y="0"/>
                  </a:lnTo>
                  <a:lnTo>
                    <a:pt x="2525399" y="0"/>
                  </a:lnTo>
                  <a:lnTo>
                    <a:pt x="2525399" y="1616399"/>
                  </a:lnTo>
                  <a:close/>
                </a:path>
              </a:pathLst>
            </a:custGeom>
            <a:solidFill>
              <a:srgbClr val="E7E6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935500" y="4599249"/>
              <a:ext cx="2525395" cy="1616710"/>
            </a:xfrm>
            <a:custGeom>
              <a:avLst/>
              <a:gdLst/>
              <a:ahLst/>
              <a:cxnLst/>
              <a:rect l="l" t="t" r="r" b="b"/>
              <a:pathLst>
                <a:path w="2525395" h="1616710">
                  <a:moveTo>
                    <a:pt x="0" y="0"/>
                  </a:moveTo>
                  <a:lnTo>
                    <a:pt x="2525399" y="0"/>
                  </a:lnTo>
                  <a:lnTo>
                    <a:pt x="2525399" y="1616399"/>
                  </a:lnTo>
                  <a:lnTo>
                    <a:pt x="0" y="16163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44546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75907" y="2988414"/>
            <a:ext cx="609733" cy="122485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523308" y="2037281"/>
            <a:ext cx="1108509" cy="152995"/>
          </a:xfrm>
          <a:prstGeom prst="rect">
            <a:avLst/>
          </a:prstGeom>
        </p:spPr>
      </p:pic>
      <p:grpSp>
        <p:nvGrpSpPr>
          <p:cNvPr id="11" name="object 11"/>
          <p:cNvGrpSpPr/>
          <p:nvPr/>
        </p:nvGrpSpPr>
        <p:grpSpPr>
          <a:xfrm>
            <a:off x="5660063" y="2700831"/>
            <a:ext cx="2526665" cy="1028065"/>
            <a:chOff x="5660063" y="2700831"/>
            <a:chExt cx="2526665" cy="1028065"/>
          </a:xfrm>
        </p:grpSpPr>
        <p:sp>
          <p:nvSpPr>
            <p:cNvPr id="12" name="object 12"/>
            <p:cNvSpPr/>
            <p:nvPr/>
          </p:nvSpPr>
          <p:spPr>
            <a:xfrm>
              <a:off x="5664825" y="2705594"/>
              <a:ext cx="2517140" cy="1018540"/>
            </a:xfrm>
            <a:custGeom>
              <a:avLst/>
              <a:gdLst/>
              <a:ahLst/>
              <a:cxnLst/>
              <a:rect l="l" t="t" r="r" b="b"/>
              <a:pathLst>
                <a:path w="2517140" h="1018539">
                  <a:moveTo>
                    <a:pt x="2436299" y="1018488"/>
                  </a:moveTo>
                  <a:lnTo>
                    <a:pt x="362232" y="603675"/>
                  </a:lnTo>
                  <a:lnTo>
                    <a:pt x="322032" y="804900"/>
                  </a:lnTo>
                  <a:lnTo>
                    <a:pt x="0" y="321963"/>
                  </a:lnTo>
                  <a:lnTo>
                    <a:pt x="482832" y="0"/>
                  </a:lnTo>
                  <a:lnTo>
                    <a:pt x="442632" y="201224"/>
                  </a:lnTo>
                  <a:lnTo>
                    <a:pt x="2516699" y="616038"/>
                  </a:lnTo>
                  <a:lnTo>
                    <a:pt x="2436299" y="1018488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664825" y="2705594"/>
              <a:ext cx="2517140" cy="1018540"/>
            </a:xfrm>
            <a:custGeom>
              <a:avLst/>
              <a:gdLst/>
              <a:ahLst/>
              <a:cxnLst/>
              <a:rect l="l" t="t" r="r" b="b"/>
              <a:pathLst>
                <a:path w="2517140" h="1018539">
                  <a:moveTo>
                    <a:pt x="0" y="321963"/>
                  </a:moveTo>
                  <a:lnTo>
                    <a:pt x="482832" y="0"/>
                  </a:lnTo>
                  <a:lnTo>
                    <a:pt x="442632" y="201224"/>
                  </a:lnTo>
                  <a:lnTo>
                    <a:pt x="2516699" y="616038"/>
                  </a:lnTo>
                  <a:lnTo>
                    <a:pt x="2436299" y="1018488"/>
                  </a:lnTo>
                  <a:lnTo>
                    <a:pt x="362232" y="603675"/>
                  </a:lnTo>
                  <a:lnTo>
                    <a:pt x="322032" y="804900"/>
                  </a:lnTo>
                  <a:lnTo>
                    <a:pt x="0" y="321963"/>
                  </a:lnTo>
                  <a:close/>
                </a:path>
              </a:pathLst>
            </a:custGeom>
            <a:ln w="9524">
              <a:solidFill>
                <a:srgbClr val="44546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" name="object 14"/>
          <p:cNvGrpSpPr/>
          <p:nvPr/>
        </p:nvGrpSpPr>
        <p:grpSpPr>
          <a:xfrm>
            <a:off x="8454149" y="2833799"/>
            <a:ext cx="2563495" cy="1654810"/>
            <a:chOff x="8454149" y="2833799"/>
            <a:chExt cx="2563495" cy="1654810"/>
          </a:xfrm>
        </p:grpSpPr>
        <p:sp>
          <p:nvSpPr>
            <p:cNvPr id="15" name="object 15"/>
            <p:cNvSpPr/>
            <p:nvPr/>
          </p:nvSpPr>
          <p:spPr>
            <a:xfrm>
              <a:off x="8473199" y="2852849"/>
              <a:ext cx="2525395" cy="1616710"/>
            </a:xfrm>
            <a:custGeom>
              <a:avLst/>
              <a:gdLst/>
              <a:ahLst/>
              <a:cxnLst/>
              <a:rect l="l" t="t" r="r" b="b"/>
              <a:pathLst>
                <a:path w="2525395" h="1616710">
                  <a:moveTo>
                    <a:pt x="2525399" y="1616399"/>
                  </a:moveTo>
                  <a:lnTo>
                    <a:pt x="0" y="1616399"/>
                  </a:lnTo>
                  <a:lnTo>
                    <a:pt x="0" y="0"/>
                  </a:lnTo>
                  <a:lnTo>
                    <a:pt x="2525399" y="0"/>
                  </a:lnTo>
                  <a:lnTo>
                    <a:pt x="2525399" y="1616399"/>
                  </a:lnTo>
                  <a:close/>
                </a:path>
              </a:pathLst>
            </a:custGeom>
            <a:solidFill>
              <a:srgbClr val="E7E6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8473199" y="2852849"/>
              <a:ext cx="2525395" cy="1616710"/>
            </a:xfrm>
            <a:custGeom>
              <a:avLst/>
              <a:gdLst/>
              <a:ahLst/>
              <a:cxnLst/>
              <a:rect l="l" t="t" r="r" b="b"/>
              <a:pathLst>
                <a:path w="2525395" h="1616710">
                  <a:moveTo>
                    <a:pt x="0" y="0"/>
                  </a:moveTo>
                  <a:lnTo>
                    <a:pt x="2525399" y="0"/>
                  </a:lnTo>
                  <a:lnTo>
                    <a:pt x="2525399" y="1616399"/>
                  </a:lnTo>
                  <a:lnTo>
                    <a:pt x="0" y="1616399"/>
                  </a:lnTo>
                  <a:lnTo>
                    <a:pt x="0" y="0"/>
                  </a:lnTo>
                  <a:close/>
                </a:path>
              </a:pathLst>
            </a:custGeom>
            <a:ln w="38099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7" name="object 1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438370" y="2550113"/>
            <a:ext cx="617376" cy="149572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815280" y="3537884"/>
            <a:ext cx="526061" cy="175246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413607" y="3559464"/>
            <a:ext cx="609733" cy="122485"/>
          </a:xfrm>
          <a:prstGeom prst="rect">
            <a:avLst/>
          </a:prstGeom>
        </p:spPr>
      </p:pic>
      <p:grpSp>
        <p:nvGrpSpPr>
          <p:cNvPr id="20" name="object 20"/>
          <p:cNvGrpSpPr/>
          <p:nvPr/>
        </p:nvGrpSpPr>
        <p:grpSpPr>
          <a:xfrm>
            <a:off x="5584414" y="3595940"/>
            <a:ext cx="1461135" cy="1461135"/>
            <a:chOff x="5584414" y="3595940"/>
            <a:chExt cx="1461135" cy="1461135"/>
          </a:xfrm>
        </p:grpSpPr>
        <p:pic>
          <p:nvPicPr>
            <p:cNvPr id="21" name="object 2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584414" y="3595940"/>
              <a:ext cx="1460820" cy="1460820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400175" y="4302294"/>
              <a:ext cx="380333" cy="203828"/>
            </a:xfrm>
            <a:prstGeom prst="rect">
              <a:avLst/>
            </a:prstGeom>
          </p:spPr>
        </p:pic>
      </p:grpSp>
      <p:pic>
        <p:nvPicPr>
          <p:cNvPr id="23" name="object 23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3779658" y="4347719"/>
            <a:ext cx="805479" cy="1230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396206" y="1501785"/>
            <a:ext cx="278765" cy="143510"/>
          </a:xfrm>
          <a:custGeom>
            <a:avLst/>
            <a:gdLst/>
            <a:ahLst/>
            <a:cxnLst/>
            <a:rect l="l" t="t" r="r" b="b"/>
            <a:pathLst>
              <a:path w="278764" h="143510">
                <a:moveTo>
                  <a:pt x="3075" y="143271"/>
                </a:moveTo>
                <a:lnTo>
                  <a:pt x="2282" y="143271"/>
                </a:lnTo>
                <a:lnTo>
                  <a:pt x="1637" y="142924"/>
                </a:lnTo>
                <a:lnTo>
                  <a:pt x="0" y="128438"/>
                </a:lnTo>
                <a:lnTo>
                  <a:pt x="198" y="125065"/>
                </a:lnTo>
                <a:lnTo>
                  <a:pt x="5010" y="118566"/>
                </a:lnTo>
                <a:lnTo>
                  <a:pt x="101004" y="71387"/>
                </a:lnTo>
                <a:lnTo>
                  <a:pt x="5605" y="25399"/>
                </a:lnTo>
                <a:lnTo>
                  <a:pt x="4316" y="24804"/>
                </a:lnTo>
                <a:lnTo>
                  <a:pt x="3274" y="24258"/>
                </a:lnTo>
                <a:lnTo>
                  <a:pt x="0" y="15279"/>
                </a:lnTo>
                <a:lnTo>
                  <a:pt x="49" y="5506"/>
                </a:lnTo>
                <a:lnTo>
                  <a:pt x="446" y="2629"/>
                </a:lnTo>
                <a:lnTo>
                  <a:pt x="744" y="1587"/>
                </a:lnTo>
                <a:lnTo>
                  <a:pt x="1637" y="297"/>
                </a:lnTo>
                <a:lnTo>
                  <a:pt x="2282" y="0"/>
                </a:lnTo>
                <a:lnTo>
                  <a:pt x="3869" y="198"/>
                </a:lnTo>
                <a:lnTo>
                  <a:pt x="4812" y="545"/>
                </a:lnTo>
                <a:lnTo>
                  <a:pt x="5903" y="1141"/>
                </a:lnTo>
                <a:lnTo>
                  <a:pt x="124172" y="60721"/>
                </a:lnTo>
                <a:lnTo>
                  <a:pt x="124966" y="61962"/>
                </a:lnTo>
                <a:lnTo>
                  <a:pt x="125561" y="63946"/>
                </a:lnTo>
                <a:lnTo>
                  <a:pt x="126255" y="65831"/>
                </a:lnTo>
                <a:lnTo>
                  <a:pt x="126603" y="68460"/>
                </a:lnTo>
                <a:lnTo>
                  <a:pt x="126503" y="75058"/>
                </a:lnTo>
                <a:lnTo>
                  <a:pt x="126107" y="77737"/>
                </a:lnTo>
                <a:lnTo>
                  <a:pt x="5903" y="142378"/>
                </a:lnTo>
                <a:lnTo>
                  <a:pt x="3869" y="143172"/>
                </a:lnTo>
                <a:lnTo>
                  <a:pt x="3075" y="143271"/>
                </a:lnTo>
                <a:close/>
              </a:path>
              <a:path w="278764" h="143510">
                <a:moveTo>
                  <a:pt x="154880" y="143271"/>
                </a:moveTo>
                <a:lnTo>
                  <a:pt x="154086" y="143271"/>
                </a:lnTo>
                <a:lnTo>
                  <a:pt x="153441" y="142924"/>
                </a:lnTo>
                <a:lnTo>
                  <a:pt x="151804" y="128438"/>
                </a:lnTo>
                <a:lnTo>
                  <a:pt x="152003" y="125065"/>
                </a:lnTo>
                <a:lnTo>
                  <a:pt x="156815" y="118566"/>
                </a:lnTo>
                <a:lnTo>
                  <a:pt x="252809" y="71387"/>
                </a:lnTo>
                <a:lnTo>
                  <a:pt x="157410" y="25399"/>
                </a:lnTo>
                <a:lnTo>
                  <a:pt x="156120" y="24804"/>
                </a:lnTo>
                <a:lnTo>
                  <a:pt x="155078" y="24258"/>
                </a:lnTo>
                <a:lnTo>
                  <a:pt x="151804" y="15279"/>
                </a:lnTo>
                <a:lnTo>
                  <a:pt x="151854" y="5506"/>
                </a:lnTo>
                <a:lnTo>
                  <a:pt x="152251" y="2629"/>
                </a:lnTo>
                <a:lnTo>
                  <a:pt x="152548" y="1587"/>
                </a:lnTo>
                <a:lnTo>
                  <a:pt x="153441" y="297"/>
                </a:lnTo>
                <a:lnTo>
                  <a:pt x="154086" y="0"/>
                </a:lnTo>
                <a:lnTo>
                  <a:pt x="155674" y="198"/>
                </a:lnTo>
                <a:lnTo>
                  <a:pt x="156616" y="545"/>
                </a:lnTo>
                <a:lnTo>
                  <a:pt x="157708" y="1141"/>
                </a:lnTo>
                <a:lnTo>
                  <a:pt x="275976" y="60721"/>
                </a:lnTo>
                <a:lnTo>
                  <a:pt x="276770" y="61962"/>
                </a:lnTo>
                <a:lnTo>
                  <a:pt x="277366" y="63946"/>
                </a:lnTo>
                <a:lnTo>
                  <a:pt x="278060" y="65831"/>
                </a:lnTo>
                <a:lnTo>
                  <a:pt x="278407" y="68460"/>
                </a:lnTo>
                <a:lnTo>
                  <a:pt x="278308" y="75058"/>
                </a:lnTo>
                <a:lnTo>
                  <a:pt x="277911" y="77737"/>
                </a:lnTo>
                <a:lnTo>
                  <a:pt x="157708" y="142378"/>
                </a:lnTo>
                <a:lnTo>
                  <a:pt x="155674" y="143172"/>
                </a:lnTo>
                <a:lnTo>
                  <a:pt x="154880" y="14327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59148" y="1450687"/>
            <a:ext cx="575964" cy="211187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448849" y="1451729"/>
            <a:ext cx="1137163" cy="261491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679924" y="1461552"/>
            <a:ext cx="813196" cy="25166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585096" y="1451729"/>
            <a:ext cx="1359396" cy="250477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79623" y="1895331"/>
            <a:ext cx="1723683" cy="157162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396206" y="2276535"/>
            <a:ext cx="7309792" cy="262532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927943" y="2722815"/>
            <a:ext cx="4159367" cy="158353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396206" y="3105209"/>
            <a:ext cx="6333182" cy="265509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927943" y="3552234"/>
            <a:ext cx="3295240" cy="157609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396206" y="3933885"/>
            <a:ext cx="2304256" cy="265509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979623" y="4378082"/>
            <a:ext cx="9419778" cy="198983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1396206" y="4762560"/>
            <a:ext cx="1440309" cy="265360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927943" y="5209585"/>
            <a:ext cx="3805944" cy="196304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1396206" y="5591235"/>
            <a:ext cx="2068661" cy="262532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927943" y="6038260"/>
            <a:ext cx="2486502" cy="196155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1396206" y="6419910"/>
            <a:ext cx="1677689" cy="262532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758648" y="743575"/>
            <a:ext cx="1264815" cy="32682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26455" y="902867"/>
            <a:ext cx="2003153" cy="305246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27943" y="1623465"/>
            <a:ext cx="5674630" cy="19704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1536" y="2014627"/>
            <a:ext cx="2081998" cy="30613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27943" y="2880765"/>
            <a:ext cx="3530612" cy="19689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41536" y="3271927"/>
            <a:ext cx="3220002" cy="30613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27943" y="4280940"/>
            <a:ext cx="3844118" cy="197048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941536" y="4672102"/>
            <a:ext cx="2691190" cy="309711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927943" y="5679032"/>
            <a:ext cx="3537458" cy="198983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941536" y="6072277"/>
            <a:ext cx="2247968" cy="306139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950416" y="1643152"/>
            <a:ext cx="7830184" cy="309880"/>
            <a:chOff x="950416" y="1643152"/>
            <a:chExt cx="7830184" cy="30988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50416" y="1647617"/>
              <a:ext cx="1396240" cy="305097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85694" y="1653719"/>
              <a:ext cx="2246231" cy="298698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665864" y="1643152"/>
              <a:ext cx="4114407" cy="309562"/>
            </a:xfrm>
            <a:prstGeom prst="rect">
              <a:avLst/>
            </a:prstGeom>
          </p:spPr>
        </p:pic>
      </p:grpSp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29580" y="2030502"/>
            <a:ext cx="3374491" cy="309562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390434" y="3056127"/>
            <a:ext cx="9549704" cy="306288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396854" y="3440202"/>
            <a:ext cx="8379450" cy="309562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853207" y="3799432"/>
            <a:ext cx="5513561" cy="198983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386780" y="4074061"/>
            <a:ext cx="1916908" cy="304353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1059792" y="3057863"/>
            <a:ext cx="563245" cy="29864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•</a:t>
            </a: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2600" dirty="0">
              <a:latin typeface="Arial"/>
              <a:cs typeface="Arial"/>
            </a:endParaRPr>
          </a:p>
          <a:p>
            <a:pPr marL="469900">
              <a:lnSpc>
                <a:spcPct val="100000"/>
              </a:lnSpc>
            </a:pPr>
            <a:r>
              <a:rPr sz="1800" dirty="0">
                <a:latin typeface="Arial"/>
                <a:cs typeface="Arial"/>
              </a:rPr>
              <a:t>•</a:t>
            </a:r>
          </a:p>
          <a:p>
            <a:pPr marL="12700">
              <a:lnSpc>
                <a:spcPct val="100000"/>
              </a:lnSpc>
              <a:spcBef>
                <a:spcPts val="655"/>
              </a:spcBef>
            </a:pPr>
            <a:r>
              <a:rPr sz="1800" dirty="0">
                <a:latin typeface="Arial"/>
                <a:cs typeface="Arial"/>
              </a:rPr>
              <a:t>•</a:t>
            </a:r>
          </a:p>
          <a:p>
            <a:pPr marL="469900">
              <a:lnSpc>
                <a:spcPct val="100000"/>
              </a:lnSpc>
              <a:spcBef>
                <a:spcPts val="495"/>
              </a:spcBef>
            </a:pPr>
            <a:r>
              <a:rPr sz="1800" dirty="0">
                <a:latin typeface="Arial"/>
                <a:cs typeface="Arial"/>
              </a:rPr>
              <a:t>•</a:t>
            </a: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650" dirty="0">
              <a:latin typeface="Arial"/>
              <a:cs typeface="Arial"/>
            </a:endParaRPr>
          </a:p>
          <a:p>
            <a:pPr marL="469900">
              <a:lnSpc>
                <a:spcPct val="100000"/>
              </a:lnSpc>
            </a:pPr>
            <a:r>
              <a:rPr sz="1800" dirty="0">
                <a:latin typeface="Arial"/>
                <a:cs typeface="Arial"/>
              </a:rPr>
              <a:t>•</a:t>
            </a: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650" dirty="0">
              <a:latin typeface="Arial"/>
              <a:cs typeface="Arial"/>
            </a:endParaRPr>
          </a:p>
          <a:p>
            <a:pPr marL="469900">
              <a:lnSpc>
                <a:spcPct val="100000"/>
              </a:lnSpc>
            </a:pPr>
            <a:r>
              <a:rPr sz="1800" dirty="0">
                <a:latin typeface="Arial"/>
                <a:cs typeface="Arial"/>
              </a:rPr>
              <a:t>•</a:t>
            </a:r>
          </a:p>
        </p:txBody>
      </p:sp>
      <p:pic>
        <p:nvPicPr>
          <p:cNvPr id="13" name="object 13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863923" y="4441085"/>
            <a:ext cx="9182100" cy="265360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858119" y="4778925"/>
            <a:ext cx="1314003" cy="209550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840656" y="5107835"/>
            <a:ext cx="9001323" cy="265360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1843236" y="5444037"/>
            <a:ext cx="8514010" cy="262681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1852761" y="5777412"/>
            <a:ext cx="8836670" cy="262681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1852017" y="6110787"/>
            <a:ext cx="5576739" cy="262681"/>
          </a:xfrm>
          <a:prstGeom prst="rect">
            <a:avLst/>
          </a:prstGeom>
        </p:spPr>
      </p:pic>
      <p:sp>
        <p:nvSpPr>
          <p:cNvPr id="19" name="標題 18">
            <a:extLst>
              <a:ext uri="{FF2B5EF4-FFF2-40B4-BE49-F238E27FC236}">
                <a16:creationId xmlns:a16="http://schemas.microsoft.com/office/drawing/2014/main" id="{D5036CA1-50A7-C7CF-6B92-E1295BBA70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820" y="364648"/>
            <a:ext cx="8886884" cy="1043078"/>
          </a:xfrm>
        </p:spPr>
        <p:txBody>
          <a:bodyPr/>
          <a:lstStyle/>
          <a:p>
            <a:r>
              <a:rPr lang="en-US" altLang="zh-TW" dirty="0"/>
              <a:t>Recording Responses</a:t>
            </a:r>
            <a:endParaRPr lang="zh-TW" alt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標題 20">
            <a:extLst>
              <a:ext uri="{FF2B5EF4-FFF2-40B4-BE49-F238E27FC236}">
                <a16:creationId xmlns:a16="http://schemas.microsoft.com/office/drawing/2014/main" id="{6293BDDC-55F9-2253-5E97-66DF6F72AB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Exercise: Import Libraries</a:t>
            </a:r>
            <a:endParaRPr lang="zh-TW" altLang="en-US" dirty="0"/>
          </a:p>
        </p:txBody>
      </p:sp>
      <p:sp>
        <p:nvSpPr>
          <p:cNvPr id="22" name="內容版面配置區 21">
            <a:extLst>
              <a:ext uri="{FF2B5EF4-FFF2-40B4-BE49-F238E27FC236}">
                <a16:creationId xmlns:a16="http://schemas.microsoft.com/office/drawing/2014/main" id="{920658E2-260C-616D-A59F-C0627124A1C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lvl="1"/>
            <a:r>
              <a:rPr lang="en-US" altLang="zh-TW" dirty="0"/>
              <a:t>From </a:t>
            </a:r>
            <a:r>
              <a:rPr lang="en-US" altLang="zh-TW" dirty="0" err="1"/>
              <a:t>psychopy</a:t>
            </a:r>
            <a:r>
              <a:rPr lang="en-US" altLang="zh-TW" dirty="0"/>
              <a:t> import core, visual, event libraries to access essential functionality</a:t>
            </a:r>
          </a:p>
          <a:p>
            <a:pPr lvl="1"/>
            <a:r>
              <a:rPr lang="en-US" altLang="zh-TW" dirty="0"/>
              <a:t>Core module provides timing functions and control flow operations</a:t>
            </a:r>
          </a:p>
          <a:p>
            <a:endParaRPr lang="en-US" altLang="zh-TW" dirty="0"/>
          </a:p>
          <a:p>
            <a:endParaRPr lang="zh-TW" altLang="en-US" dirty="0"/>
          </a:p>
        </p:txBody>
      </p:sp>
      <p:sp>
        <p:nvSpPr>
          <p:cNvPr id="23" name="內容版面配置區 22">
            <a:extLst>
              <a:ext uri="{FF2B5EF4-FFF2-40B4-BE49-F238E27FC236}">
                <a16:creationId xmlns:a16="http://schemas.microsoft.com/office/drawing/2014/main" id="{85AA3CE4-7288-71F8-B370-BE672AC9F8D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lvl="1"/>
            <a:r>
              <a:rPr lang="en-US" altLang="zh-TW" dirty="0"/>
              <a:t>Visual module contains classes for creating stimuli like text, shapes, and images</a:t>
            </a:r>
          </a:p>
          <a:p>
            <a:pPr lvl="1"/>
            <a:r>
              <a:rPr lang="en-US" altLang="zh-TW" dirty="0"/>
              <a:t>Event module allows recording of keyboard and mouse responses from participants</a:t>
            </a:r>
            <a:endParaRPr lang="zh-TW" alt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C8F0A0-66EE-2084-AE28-992298A745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標題 20">
            <a:extLst>
              <a:ext uri="{FF2B5EF4-FFF2-40B4-BE49-F238E27FC236}">
                <a16:creationId xmlns:a16="http://schemas.microsoft.com/office/drawing/2014/main" id="{1A4E7582-F887-A68F-86D3-3342F528CA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Exercise: Create Window</a:t>
            </a:r>
            <a:endParaRPr lang="zh-TW" altLang="en-US" dirty="0"/>
          </a:p>
        </p:txBody>
      </p:sp>
      <p:sp>
        <p:nvSpPr>
          <p:cNvPr id="22" name="內容版面配置區 21">
            <a:extLst>
              <a:ext uri="{FF2B5EF4-FFF2-40B4-BE49-F238E27FC236}">
                <a16:creationId xmlns:a16="http://schemas.microsoft.com/office/drawing/2014/main" id="{AFFB9A91-CD26-CA68-440F-F53F7D3549A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lvl="1"/>
            <a:r>
              <a:rPr lang="en-US" altLang="zh-TW" dirty="0"/>
              <a:t>Create a 500 x 500 pixel window as your visual workspace</a:t>
            </a:r>
          </a:p>
          <a:p>
            <a:pPr lvl="1"/>
            <a:r>
              <a:rPr lang="en-US" altLang="zh-TW" dirty="0"/>
              <a:t>This window serves as the display canvas for all your stimuli</a:t>
            </a:r>
          </a:p>
          <a:p>
            <a:pPr lvl="1"/>
            <a:r>
              <a:rPr lang="en-US" altLang="zh-TW" dirty="0"/>
              <a:t>Use win = </a:t>
            </a:r>
            <a:r>
              <a:rPr lang="en-US" altLang="zh-TW" dirty="0" err="1"/>
              <a:t>visual.Window</a:t>
            </a:r>
            <a:r>
              <a:rPr lang="en-US" altLang="zh-TW" dirty="0"/>
              <a:t>(500</a:t>
            </a:r>
            <a:r>
              <a:rPr lang="en-US" altLang="zh-TW" dirty="0">
                <a:sym typeface="Wingdings 2" panose="05020102010507070707" pitchFamily="18" charset="2"/>
              </a:rPr>
              <a:t></a:t>
            </a:r>
            <a:r>
              <a:rPr lang="en-US" altLang="zh-TW" dirty="0"/>
              <a:t>500) with default background color (usually gray)</a:t>
            </a:r>
          </a:p>
          <a:p>
            <a:endParaRPr lang="en-US" altLang="zh-TW" dirty="0"/>
          </a:p>
          <a:p>
            <a:endParaRPr lang="zh-TW" altLang="en-US" dirty="0"/>
          </a:p>
        </p:txBody>
      </p:sp>
      <p:sp>
        <p:nvSpPr>
          <p:cNvPr id="23" name="內容版面配置區 22">
            <a:extLst>
              <a:ext uri="{FF2B5EF4-FFF2-40B4-BE49-F238E27FC236}">
                <a16:creationId xmlns:a16="http://schemas.microsoft.com/office/drawing/2014/main" id="{6D2B1DB9-A3E4-5104-37E4-F3F93956A6A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lvl="1"/>
            <a:r>
              <a:rPr lang="en-US" altLang="zh-TW" dirty="0"/>
              <a:t>Remember to close window at script end using </a:t>
            </a:r>
            <a:r>
              <a:rPr lang="en-US" altLang="zh-TW" dirty="0" err="1"/>
              <a:t>win.close</a:t>
            </a:r>
            <a:r>
              <a:rPr lang="en-US" altLang="zh-TW" dirty="0"/>
              <a:t>() to free system resources</a:t>
            </a:r>
          </a:p>
          <a:p>
            <a:pPr lvl="1"/>
            <a:r>
              <a:rPr lang="en-US" altLang="zh-TW" dirty="0"/>
              <a:t>Forgetting to close the window may lead to memory leaks or frozen </a:t>
            </a:r>
            <a:r>
              <a:rPr lang="en-US" altLang="zh-TW" dirty="0" err="1"/>
              <a:t>PsychoPy</a:t>
            </a:r>
            <a:r>
              <a:rPr lang="en-US" altLang="zh-TW" dirty="0"/>
              <a:t> sessions</a:t>
            </a:r>
          </a:p>
          <a:p>
            <a:endParaRPr lang="en-US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702801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D274EB-646D-82CF-AED4-D2F09DE370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7E20DD7-1AA6-689C-2FFE-2725BCA1AC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Exercise: </a:t>
            </a:r>
            <a:r>
              <a:rPr lang="en-US" altLang="zh-TW" b="1" dirty="0"/>
              <a:t>Create Text Stimulus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DA0CE8E-726B-FFBA-C97D-BB91417C1E3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lvl="1"/>
            <a:r>
              <a:rPr lang="en-US" altLang="zh-TW" dirty="0"/>
              <a:t>Choose any letter character to display as your visual stimulus</a:t>
            </a:r>
          </a:p>
          <a:p>
            <a:pPr lvl="1"/>
            <a:r>
              <a:rPr lang="en-US" altLang="zh-TW" dirty="0"/>
              <a:t>Create using </a:t>
            </a:r>
          </a:p>
          <a:p>
            <a:pPr lvl="2"/>
            <a:r>
              <a:rPr lang="en-US" altLang="zh-TW" dirty="0"/>
              <a:t>text = </a:t>
            </a:r>
            <a:r>
              <a:rPr lang="en-US" altLang="zh-TW" dirty="0" err="1"/>
              <a:t>visual.TextStim</a:t>
            </a:r>
            <a:r>
              <a:rPr lang="en-US" altLang="zh-TW" dirty="0"/>
              <a:t>(win, text='X') with win as your window object</a:t>
            </a:r>
          </a:p>
          <a:p>
            <a:pPr lvl="1"/>
            <a:r>
              <a:rPr lang="en-US" altLang="zh-TW" dirty="0"/>
              <a:t>Default settings include centered position, white color, and standard font size</a:t>
            </a:r>
          </a:p>
          <a:p>
            <a:endParaRPr lang="en-US" altLang="zh-TW" dirty="0"/>
          </a:p>
          <a:p>
            <a:endParaRPr lang="zh-TW" altLang="en-US" dirty="0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61BDEC58-5B7A-49D4-673B-92404B9A0DA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lvl="1"/>
            <a:r>
              <a:rPr lang="en-US" altLang="zh-TW" dirty="0"/>
              <a:t>Present stimulus on screen by calling the draw() method followed by </a:t>
            </a:r>
            <a:r>
              <a:rPr lang="en-US" altLang="zh-TW" dirty="0" err="1"/>
              <a:t>win.flip</a:t>
            </a:r>
            <a:r>
              <a:rPr lang="en-US" altLang="zh-TW" dirty="0"/>
              <a:t>()</a:t>
            </a:r>
          </a:p>
          <a:p>
            <a:pPr lvl="1"/>
            <a:r>
              <a:rPr lang="en-US" altLang="zh-TW" dirty="0"/>
              <a:t>The flip() function updates the display to show everything that's been drawn</a:t>
            </a:r>
          </a:p>
          <a:p>
            <a:endParaRPr lang="zh-TW" altLang="en-US" dirty="0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9AA07CF-5F3E-9B47-058D-BEA120B614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Computers, Programming, &amp; Big Data. 2025 Spring</a:t>
            </a:r>
            <a:endParaRPr 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C24C8AA-A76D-749F-6F9E-75A78AF800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75712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FC969C5-2B67-1DF6-2141-1DC862BEF0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Exercise: </a:t>
            </a:r>
            <a:r>
              <a:rPr lang="en-US" altLang="zh-TW" b="1" dirty="0"/>
              <a:t>Record Response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84B6E7D-1069-CB5D-A73B-D5570A2A37C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Use </a:t>
            </a:r>
            <a:r>
              <a:rPr lang="en-US" altLang="zh-TW" dirty="0" err="1"/>
              <a:t>event.waitKeys</a:t>
            </a:r>
            <a:r>
              <a:rPr lang="en-US" altLang="zh-TW" dirty="0"/>
              <a:t>() with </a:t>
            </a:r>
            <a:r>
              <a:rPr lang="en-US" altLang="zh-TW" dirty="0" err="1"/>
              <a:t>maxWait</a:t>
            </a:r>
            <a:r>
              <a:rPr lang="en-US" altLang="zh-TW" dirty="0"/>
              <a:t>=3 parameter to limit response collection time</a:t>
            </a:r>
          </a:p>
          <a:p>
            <a:r>
              <a:rPr lang="en-US" altLang="zh-TW" dirty="0"/>
              <a:t>This function pauses script execution while waiting for keyboard input</a:t>
            </a:r>
          </a:p>
          <a:p>
            <a:r>
              <a:rPr lang="en-US" altLang="zh-TW" dirty="0"/>
              <a:t>Set </a:t>
            </a:r>
            <a:r>
              <a:rPr lang="en-US" altLang="zh-TW" dirty="0" err="1"/>
              <a:t>timeStamped</a:t>
            </a:r>
            <a:r>
              <a:rPr lang="en-US" altLang="zh-TW" dirty="0"/>
              <a:t>=False initially to focus only on which key was pressed</a:t>
            </a:r>
          </a:p>
          <a:p>
            <a:endParaRPr lang="en-US" altLang="zh-TW" dirty="0"/>
          </a:p>
          <a:p>
            <a:endParaRPr lang="en-US" altLang="zh-TW" dirty="0"/>
          </a:p>
          <a:p>
            <a:endParaRPr lang="zh-TW" altLang="en-US" dirty="0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E82AB5A5-9E6E-4968-1029-57FF178882F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Save the recorded key to a variable (e.g., key = </a:t>
            </a:r>
            <a:r>
              <a:rPr lang="en-US" altLang="zh-TW" dirty="0" err="1"/>
              <a:t>event.waitKeys</a:t>
            </a:r>
            <a:r>
              <a:rPr lang="en-US" altLang="zh-TW" dirty="0"/>
              <a:t>(</a:t>
            </a:r>
            <a:r>
              <a:rPr lang="en-US" altLang="zh-TW" dirty="0" err="1"/>
              <a:t>maxWait</a:t>
            </a:r>
            <a:r>
              <a:rPr lang="en-US" altLang="zh-TW" dirty="0"/>
              <a:t>=3))</a:t>
            </a:r>
          </a:p>
          <a:p>
            <a:r>
              <a:rPr lang="en-US" altLang="zh-TW" dirty="0"/>
              <a:t>Handle case when no key is pressed by checking if return value is None</a:t>
            </a:r>
          </a:p>
          <a:p>
            <a:r>
              <a:rPr lang="en-US" altLang="zh-TW" dirty="0"/>
              <a:t>Implement proper error handling to prevent crashes when participants don't respond</a:t>
            </a:r>
          </a:p>
          <a:p>
            <a:endParaRPr lang="zh-TW" altLang="en-US" dirty="0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4DD0626-CF58-22EB-2561-7410080FE2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Computers, Programming, &amp; Big Data. 2025 Spring</a:t>
            </a:r>
            <a:endParaRPr 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0589A4B-27C7-52C1-53A7-7D62E7E801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716238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2ACA344-ABF7-AC15-F49A-9ED4C7DB91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Exercise: Record Reaction Time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1BA5BD0-66A3-B1E9-4F18-22AFD06AC5A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altLang="zh-TW" dirty="0"/>
              <a:t>Set </a:t>
            </a:r>
            <a:r>
              <a:rPr lang="en-US" altLang="zh-TW" dirty="0" err="1"/>
              <a:t>timeStamped</a:t>
            </a:r>
            <a:r>
              <a:rPr lang="en-US" altLang="zh-TW" dirty="0"/>
              <a:t>=True to capture both keypress and precise timing information</a:t>
            </a:r>
          </a:p>
          <a:p>
            <a:r>
              <a:rPr lang="en-US" altLang="zh-TW" dirty="0"/>
              <a:t>This returns a tuple containing (</a:t>
            </a:r>
            <a:r>
              <a:rPr lang="en-US" altLang="zh-TW" dirty="0" err="1"/>
              <a:t>keyname</a:t>
            </a:r>
            <a:r>
              <a:rPr lang="en-US" altLang="zh-TW" dirty="0"/>
              <a:t>, </a:t>
            </a:r>
            <a:r>
              <a:rPr lang="en-US" altLang="zh-TW" dirty="0" err="1"/>
              <a:t>reaction_time</a:t>
            </a:r>
            <a:r>
              <a:rPr lang="en-US" altLang="zh-TW" dirty="0"/>
              <a:t>) for each response</a:t>
            </a:r>
          </a:p>
          <a:p>
            <a:r>
              <a:rPr lang="en-US" altLang="zh-TW" dirty="0"/>
              <a:t>Store key and RT in separate variables using tuple unpacking: key, rt = </a:t>
            </a:r>
            <a:r>
              <a:rPr lang="en-US" altLang="zh-TW" dirty="0" err="1"/>
              <a:t>event.waitKeys</a:t>
            </a:r>
            <a:r>
              <a:rPr lang="en-US" altLang="zh-TW" dirty="0"/>
              <a:t>(</a:t>
            </a:r>
            <a:r>
              <a:rPr lang="en-US" altLang="zh-TW" dirty="0" err="1"/>
              <a:t>maxWait</a:t>
            </a:r>
            <a:r>
              <a:rPr lang="en-US" altLang="zh-TW" dirty="0"/>
              <a:t>=3, </a:t>
            </a:r>
            <a:r>
              <a:rPr lang="en-US" altLang="zh-TW" dirty="0" err="1"/>
              <a:t>timeStamped</a:t>
            </a:r>
            <a:r>
              <a:rPr lang="en-US" altLang="zh-TW" dirty="0"/>
              <a:t>=True)</a:t>
            </a:r>
          </a:p>
          <a:p>
            <a:r>
              <a:rPr lang="en-US" altLang="zh-TW" dirty="0"/>
              <a:t>Reaction time is measured relative to when </a:t>
            </a:r>
            <a:r>
              <a:rPr lang="en-US" altLang="zh-TW" dirty="0" err="1"/>
              <a:t>waitKeys</a:t>
            </a:r>
            <a:r>
              <a:rPr lang="en-US" altLang="zh-TW" dirty="0"/>
              <a:t>() was called</a:t>
            </a:r>
          </a:p>
          <a:p>
            <a:endParaRPr lang="en-US" altLang="zh-TW" dirty="0"/>
          </a:p>
          <a:p>
            <a:endParaRPr lang="zh-TW" altLang="en-US" dirty="0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4D7CA11B-A19F-467F-00CF-9A8A98AE525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altLang="zh-TW" dirty="0"/>
              <a:t>Higher precision timing allows for more accurate measurement of cognitive processes</a:t>
            </a:r>
          </a:p>
          <a:p>
            <a:r>
              <a:rPr lang="en-US" altLang="zh-TW" dirty="0"/>
              <a:t>Use these values for later analysis of participant performance</a:t>
            </a:r>
          </a:p>
          <a:p>
            <a:endParaRPr lang="zh-TW" altLang="en-US" dirty="0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675DD50-FF88-3F45-4265-D9D4F085C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Computers, Programming, &amp; Big Data. 2025 Spring</a:t>
            </a:r>
            <a:endParaRPr 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813D0D2-6715-9BA2-74D1-AD4C5A1A4A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434829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319D5D-E471-8D8B-7A16-F2B0F25217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1CFB873-6FED-2201-F052-DBD0368471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Exercise: Create Loop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86F535C-A778-E53C-6E1D-120EEE66BC3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zh-TW" dirty="0"/>
              <a:t>Implement a for or while loop to present different letters in sequence</a:t>
            </a:r>
          </a:p>
          <a:p>
            <a:r>
              <a:rPr lang="en-US" altLang="zh-TW" dirty="0"/>
              <a:t>Use the .</a:t>
            </a:r>
            <a:r>
              <a:rPr lang="en-US" altLang="zh-TW" dirty="0" err="1"/>
              <a:t>setText</a:t>
            </a:r>
            <a:r>
              <a:rPr lang="en-US" altLang="zh-TW" dirty="0"/>
              <a:t>() method to change the letter on each iteration (e.g., </a:t>
            </a:r>
            <a:r>
              <a:rPr lang="en-US" altLang="zh-TW" dirty="0" err="1"/>
              <a:t>text.setText</a:t>
            </a:r>
            <a:r>
              <a:rPr lang="en-US" altLang="zh-TW" dirty="0"/>
              <a:t>('A'))</a:t>
            </a:r>
          </a:p>
          <a:p>
            <a:r>
              <a:rPr lang="en-US" altLang="zh-TW" dirty="0"/>
              <a:t>This modifies the existing stimulus rather than creating new objects each time</a:t>
            </a:r>
          </a:p>
          <a:p>
            <a:r>
              <a:rPr lang="en-US" altLang="zh-TW" dirty="0"/>
              <a:t>Store all response keys in a </a:t>
            </a:r>
            <a:r>
              <a:rPr lang="en-US" altLang="zh-TW" dirty="0" err="1"/>
              <a:t>keys_list</a:t>
            </a:r>
            <a:r>
              <a:rPr lang="en-US" altLang="zh-TW" dirty="0"/>
              <a:t> = [] and reaction times in an </a:t>
            </a:r>
            <a:r>
              <a:rPr lang="en-US" altLang="zh-TW" dirty="0" err="1"/>
              <a:t>rt_list</a:t>
            </a:r>
            <a:r>
              <a:rPr lang="en-US" altLang="zh-TW" dirty="0"/>
              <a:t> = []</a:t>
            </a:r>
          </a:p>
          <a:p>
            <a:endParaRPr lang="en-US" altLang="zh-TW" dirty="0"/>
          </a:p>
          <a:p>
            <a:endParaRPr lang="zh-TW" altLang="en-US" dirty="0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EA1A413F-3D6B-D647-971E-49D4148D566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zh-TW" dirty="0"/>
              <a:t>Append each new response to appropriate list using .append() method</a:t>
            </a:r>
          </a:p>
          <a:p>
            <a:r>
              <a:rPr lang="en-US" altLang="zh-TW" dirty="0"/>
              <a:t>This creates a complete record of participant performance across all trials</a:t>
            </a:r>
          </a:p>
          <a:p>
            <a:r>
              <a:rPr lang="en-US" altLang="zh-TW" dirty="0"/>
              <a:t>Save Presentation Times</a:t>
            </a:r>
            <a:endParaRPr lang="zh-TW" altLang="en-US" dirty="0"/>
          </a:p>
          <a:p>
            <a:endParaRPr lang="zh-TW" altLang="en-US" dirty="0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1CAB895-5351-8865-D28D-1DF063A341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Computers, Programming, &amp; Big Data. 2025 Spring</a:t>
            </a:r>
            <a:endParaRPr 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84FF801-5CA3-C4CB-7459-368AD649DF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271975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6D10885-B239-8DD7-A3CE-62508D8BC8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Exercise: </a:t>
            </a:r>
            <a:r>
              <a:rPr lang="en-US" altLang="zh-TW" b="1" dirty="0"/>
              <a:t>Save Presentation Times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B218C7B-28B8-97BC-397E-EBC38F45F61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lvl="1"/>
            <a:r>
              <a:rPr lang="en-US" altLang="zh-TW" dirty="0"/>
              <a:t>Record precise timestamps when stimuli appear using </a:t>
            </a:r>
            <a:r>
              <a:rPr lang="en-US" altLang="zh-TW" dirty="0" err="1"/>
              <a:t>core.getTime</a:t>
            </a:r>
            <a:r>
              <a:rPr lang="en-US" altLang="zh-TW" dirty="0"/>
              <a:t>() before </a:t>
            </a:r>
            <a:r>
              <a:rPr lang="en-US" altLang="zh-TW" dirty="0" err="1"/>
              <a:t>win.flip</a:t>
            </a:r>
            <a:r>
              <a:rPr lang="en-US" altLang="zh-TW" dirty="0"/>
              <a:t>()</a:t>
            </a:r>
          </a:p>
          <a:p>
            <a:pPr lvl="1"/>
            <a:r>
              <a:rPr lang="en-US" altLang="zh-TW" dirty="0"/>
              <a:t>Store these values in a </a:t>
            </a:r>
            <a:r>
              <a:rPr lang="en-US" altLang="zh-TW" dirty="0" err="1"/>
              <a:t>presentation_times</a:t>
            </a:r>
            <a:r>
              <a:rPr lang="en-US" altLang="zh-TW" dirty="0"/>
              <a:t> = [] list for later analysis</a:t>
            </a:r>
          </a:p>
          <a:p>
            <a:pPr lvl="1"/>
            <a:r>
              <a:rPr lang="en-US" altLang="zh-TW" dirty="0"/>
              <a:t>Timing accuracy is crucial for proper synchronization between stimulus and response</a:t>
            </a:r>
          </a:p>
          <a:p>
            <a:endParaRPr lang="zh-TW" altLang="en-US" dirty="0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9626B09D-6062-438A-8BAC-6E41CEE5553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lvl="1"/>
            <a:r>
              <a:rPr lang="en-US" altLang="zh-TW" dirty="0"/>
              <a:t>These timestamps can reveal lag between intended and actual stimulus presentations</a:t>
            </a:r>
          </a:p>
          <a:p>
            <a:pPr lvl="1"/>
            <a:r>
              <a:rPr lang="en-US" altLang="zh-TW" dirty="0"/>
              <a:t>Compare with reaction times to calculate precise response latencies for each trial</a:t>
            </a:r>
          </a:p>
          <a:p>
            <a:pPr lvl="1"/>
            <a:endParaRPr lang="en-US" altLang="zh-TW" dirty="0"/>
          </a:p>
          <a:p>
            <a:endParaRPr lang="zh-TW" altLang="en-US" dirty="0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7411D1D-48EB-C767-32AF-4093FF17D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Computers, Programming, &amp; Big Data. 2025 Spring</a:t>
            </a:r>
            <a:endParaRPr 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93B5BFC-686D-3357-15A0-A324A29552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58039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26455" y="902867"/>
            <a:ext cx="2003153" cy="305246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27943" y="1623465"/>
            <a:ext cx="5674630" cy="19704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1536" y="2014627"/>
            <a:ext cx="2081998" cy="30613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27943" y="2880765"/>
            <a:ext cx="6278798" cy="19704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41536" y="3271927"/>
            <a:ext cx="3220002" cy="30613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27943" y="4280940"/>
            <a:ext cx="3844118" cy="197048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941536" y="4672102"/>
            <a:ext cx="2691190" cy="309711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927943" y="5679032"/>
            <a:ext cx="3537458" cy="198983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941536" y="6072277"/>
            <a:ext cx="2247968" cy="306139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APP_VERSION" val="1.13.0.5724"/>
  <p:tag name="SLIDO_PRESENTATION_ID" val="3503345f-5125-4760-823f-2e8e2a60e9a1"/>
  <p:tag name="SLIDO_EVENT_UUID" val="9f01878d-775c-475b-a82f-25ec57480eb1"/>
  <p:tag name="SLIDO_EVENT_SECTION_UUID" val="fc18856c-4aaa-4964-b06c-794514368f9e"/>
</p:tagLst>
</file>

<file path=ppt/theme/theme1.xml><?xml version="1.0" encoding="utf-8"?>
<a:theme xmlns:a="http://schemas.openxmlformats.org/drawingml/2006/main" name="SwellVTI">
  <a:themeElements>
    <a:clrScheme name="AnalogousFromLightSeedRightStep">
      <a:dk1>
        <a:srgbClr val="000000"/>
      </a:dk1>
      <a:lt1>
        <a:srgbClr val="FFFFFF"/>
      </a:lt1>
      <a:dk2>
        <a:srgbClr val="243341"/>
      </a:dk2>
      <a:lt2>
        <a:srgbClr val="E8E2E7"/>
      </a:lt2>
      <a:accent1>
        <a:srgbClr val="7DAD88"/>
      </a:accent1>
      <a:accent2>
        <a:srgbClr val="6FAC96"/>
      </a:accent2>
      <a:accent3>
        <a:srgbClr val="7DA9AC"/>
      </a:accent3>
      <a:accent4>
        <a:srgbClr val="7B9EBE"/>
      </a:accent4>
      <a:accent5>
        <a:srgbClr val="9399CA"/>
      </a:accent5>
      <a:accent6>
        <a:srgbClr val="8F7BBE"/>
      </a:accent6>
      <a:hlink>
        <a:srgbClr val="AE699F"/>
      </a:hlink>
      <a:folHlink>
        <a:srgbClr val="7F7F7F"/>
      </a:folHlink>
    </a:clrScheme>
    <a:fontScheme name="自訂 6">
      <a:majorFont>
        <a:latin typeface="微軟正黑體"/>
        <a:ea typeface="微軟正黑體"/>
        <a:cs typeface=""/>
      </a:majorFont>
      <a:minorFont>
        <a:latin typeface="微軟正黑體"/>
        <a:ea typeface="微軟正黑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wellVTI" id="{8361A04D-931A-43DC-973B-1B0B1DD5DECC}" vid="{6DDB23E8-D18E-4BDA-98D6-324466149EBD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701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EFB60585-45DD-4756-8BFA-050389CF340D}">
  <we:reference id="wa200004052" version="1.0.0.2" store="zh-TW" storeType="OMEX"/>
  <we:alternateReferences>
    <we:reference id="WA200004052" version="1.0.0.2" store="WA200004052" storeType="OMEX"/>
  </we:alternateReferences>
  <we:properties>
    <we:property name="holatex.main" value="{&quot;pictures&quot;:[{&quot;name&quot;:&quot;LaTex&quot;,&quot;code&quot;:&quot;\\documentclass{article}\n\\usepackage{amsmath}\n\\begin{document}\n\n\n\\begin{aligned}\n&amp; \\mathrm{H}_0: \\mu = 30 \\\\\n&amp; \\mathrm{H}_1: \\mu \\neq 30\n\\end{aligned}\n\n\n\\end{document}\n&quot;}]}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7063</TotalTime>
  <Words>663</Words>
  <Application>Microsoft Office PowerPoint</Application>
  <PresentationFormat>寬螢幕</PresentationFormat>
  <Paragraphs>83</Paragraphs>
  <Slides>22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22</vt:i4>
      </vt:variant>
    </vt:vector>
  </HeadingPairs>
  <TitlesOfParts>
    <vt:vector size="28" baseType="lpstr">
      <vt:lpstr>微軟正黑體</vt:lpstr>
      <vt:lpstr>Aptos</vt:lpstr>
      <vt:lpstr>Arial</vt:lpstr>
      <vt:lpstr>Neue Haas Grotesk Text Pro</vt:lpstr>
      <vt:lpstr>Wingdings 2</vt:lpstr>
      <vt:lpstr>SwellVTI</vt:lpstr>
      <vt:lpstr>Foundations of Experiments in Psychology Psychopy Coder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Recording Responses</vt:lpstr>
      <vt:lpstr>Exercise: Import Libraries</vt:lpstr>
      <vt:lpstr>Exercise: Create Window</vt:lpstr>
      <vt:lpstr>Exercise: Create Text Stimulus</vt:lpstr>
      <vt:lpstr>Exercise: Record Response</vt:lpstr>
      <vt:lpstr>Exercise: Record Reaction Time</vt:lpstr>
      <vt:lpstr>Exercise: Create Loop</vt:lpstr>
      <vt:lpstr>Exercise: Save Presentation Times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張智宏  (audachang)</dc:creator>
  <cp:lastModifiedBy>Erik Chang</cp:lastModifiedBy>
  <cp:revision>205</cp:revision>
  <cp:lastPrinted>2025-03-13T00:26:04Z</cp:lastPrinted>
  <dcterms:created xsi:type="dcterms:W3CDTF">2024-10-23T10:48:05Z</dcterms:created>
  <dcterms:modified xsi:type="dcterms:W3CDTF">2026-03-18T13:07:47Z</dcterms:modified>
</cp:coreProperties>
</file>